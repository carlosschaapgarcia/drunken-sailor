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1FC46-F5C6-475D-8FA2-6295FA2F4378}" v="150" dt="2026-06-19T08:36:06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Schaap García" userId="c9d60375-df62-4003-972e-045b1a587908" providerId="ADAL" clId="{01CA1CEF-DFBB-4145-B35A-408D9813818A}"/>
    <pc:docChg chg="undo custSel addSld modSld">
      <pc:chgData name="Carlos Schaap García" userId="c9d60375-df62-4003-972e-045b1a587908" providerId="ADAL" clId="{01CA1CEF-DFBB-4145-B35A-408D9813818A}" dt="2026-06-19T10:26:44.053" v="499" actId="1076"/>
      <pc:docMkLst>
        <pc:docMk/>
      </pc:docMkLst>
      <pc:sldChg chg="addSp modSp mod setBg addAnim modAnim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2406273178" sldId="256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3" creationId="{00000000-0000-0000-0000-000000000000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8" creationId="{6F5A5072-7B47-4D32-B52A-4EBBF590B8A5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10" creationId="{9715DAF0-AE1B-46C9-8A6B-DB2AA05AB91D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12" creationId="{6016219D-510E-4184-9090-6D5578A87BD1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14" creationId="{AFF4A713-7B75-4B21-90D7-5AB19547C728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16" creationId="{DC631C0B-6DA6-4E57-8231-CE32B3434A7E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406273178" sldId="256"/>
            <ac:spMk id="18" creationId="{C29501E6-A978-4A61-9689-9085AF97A53A}"/>
          </ac:spMkLst>
        </pc:sp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3510459903" sldId="257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" creationId="{DCE039BC-1A92-B2BA-855A-7ED4D64DF2C2}"/>
          </ac:spMkLst>
        </pc:spChg>
        <pc:spChg chg="add del mod">
          <ac:chgData name="Carlos Schaap García" userId="c9d60375-df62-4003-972e-045b1a587908" providerId="ADAL" clId="{01CA1CEF-DFBB-4145-B35A-408D9813818A}" dt="2026-06-19T08:29:57.648" v="300" actId="26606"/>
          <ac:spMkLst>
            <pc:docMk/>
            <pc:sldMk cId="3510459903" sldId="257"/>
            <ac:spMk id="3" creationId="{FD10713D-34B8-2247-F6CB-7955B917F88C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9" creationId="{BACC6370-2D7E-4714-9D71-7542949D7D5D}"/>
          </ac:spMkLst>
        </pc:spChg>
        <pc:spChg chg="add del">
          <ac:chgData name="Carlos Schaap García" userId="c9d60375-df62-4003-972e-045b1a587908" providerId="ADAL" clId="{01CA1CEF-DFBB-4145-B35A-408D9813818A}" dt="2026-06-19T08:29:57.634" v="299" actId="26606"/>
          <ac:spMkLst>
            <pc:docMk/>
            <pc:sldMk cId="3510459903" sldId="257"/>
            <ac:spMk id="10" creationId="{B50AB553-2A96-4A92-96F2-93548E096954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11" creationId="{256B2C21-A230-48C0-8DF1-C46611373C44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13" creationId="{3847E18C-932D-4C95-AABA-FEC7C9499AD7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15" creationId="{3150CB11-0C61-439E-910F-5787759E72A0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17" creationId="{43F8A58B-5155-44CE-A5FF-7647B47D0A7A}"/>
          </ac:spMkLst>
        </pc:spChg>
        <pc:spChg chg="add del">
          <ac:chgData name="Carlos Schaap García" userId="c9d60375-df62-4003-972e-045b1a587908" providerId="ADAL" clId="{01CA1CEF-DFBB-4145-B35A-408D9813818A}" dt="2026-06-19T08:29:55.198" v="297" actId="26606"/>
          <ac:spMkLst>
            <pc:docMk/>
            <pc:sldMk cId="3510459903" sldId="257"/>
            <ac:spMk id="19" creationId="{443F2ACA-E6D6-4028-82DD-F03C262D5DE6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3" creationId="{BACC6370-2D7E-4714-9D71-7542949D7D5D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4" creationId="{256B2C21-A230-48C0-8DF1-C46611373C44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5" creationId="{3847E18C-932D-4C95-AABA-FEC7C9499AD7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6" creationId="{3150CB11-0C61-439E-910F-5787759E72A0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7" creationId="{43F8A58B-5155-44CE-A5FF-7647B47D0A7A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510459903" sldId="257"/>
            <ac:spMk id="28" creationId="{443F2ACA-E6D6-4028-82DD-F03C262D5DE6}"/>
          </ac:spMkLst>
        </pc:spChg>
        <pc:graphicFrameChg chg="add del">
          <ac:chgData name="Carlos Schaap García" userId="c9d60375-df62-4003-972e-045b1a587908" providerId="ADAL" clId="{01CA1CEF-DFBB-4145-B35A-408D9813818A}" dt="2026-06-19T08:29:55.198" v="297" actId="26606"/>
          <ac:graphicFrameMkLst>
            <pc:docMk/>
            <pc:sldMk cId="3510459903" sldId="257"/>
            <ac:graphicFrameMk id="5" creationId="{8C708D56-91BD-77F3-E51F-4983404A8FF2}"/>
          </ac:graphicFrameMkLst>
        </pc:graphicFrameChg>
        <pc:graphicFrameChg chg="add del">
          <ac:chgData name="Carlos Schaap García" userId="c9d60375-df62-4003-972e-045b1a587908" providerId="ADAL" clId="{01CA1CEF-DFBB-4145-B35A-408D9813818A}" dt="2026-06-19T08:29:57.634" v="299" actId="26606"/>
          <ac:graphicFrameMkLst>
            <pc:docMk/>
            <pc:sldMk cId="3510459903" sldId="257"/>
            <ac:graphicFrameMk id="21" creationId="{B5BB6EDA-17E6-15B3-2842-90F4EE991A6A}"/>
          </ac:graphicFrameMkLst>
        </pc:graphicFrameChg>
        <pc:graphicFrameChg chg="add modGraphic">
          <ac:chgData name="Carlos Schaap García" userId="c9d60375-df62-4003-972e-045b1a587908" providerId="ADAL" clId="{01CA1CEF-DFBB-4145-B35A-408D9813818A}" dt="2026-06-19T08:39:05.876" v="462" actId="790"/>
          <ac:graphicFrameMkLst>
            <pc:docMk/>
            <pc:sldMk cId="3510459903" sldId="257"/>
            <ac:graphicFrameMk id="29" creationId="{8C708D56-91BD-77F3-E51F-4983404A8FF2}"/>
          </ac:graphicFrameMkLst>
        </pc:graphicFrameChg>
        <pc:picChg chg="add del">
          <ac:chgData name="Carlos Schaap García" userId="c9d60375-df62-4003-972e-045b1a587908" providerId="ADAL" clId="{01CA1CEF-DFBB-4145-B35A-408D9813818A}" dt="2026-06-19T08:29:57.634" v="299" actId="26606"/>
          <ac:picMkLst>
            <pc:docMk/>
            <pc:sldMk cId="3510459903" sldId="257"/>
            <ac:picMk id="6" creationId="{244D72CB-EB39-A4F1-3308-920DF8BBD640}"/>
          </ac:picMkLst>
        </pc:pic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3799563360" sldId="258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799563360" sldId="258"/>
            <ac:spMk id="2" creationId="{4BAE1387-91A7-88A6-745B-77E3B648296F}"/>
          </ac:spMkLst>
        </pc:spChg>
        <pc:spChg chg="mod or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799563360" sldId="258"/>
            <ac:spMk id="3" creationId="{A8442B8C-BA95-C8E5-6F10-6EFE6A785762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8" creationId="{09588DA8-065E-4F6F-8EFD-43104AB2E0CF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10" creationId="{C4285719-470E-454C-AF62-8323075F1F5B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12" creationId="{CD9FE4EF-C4D8-49A0-B2FF-81D8DB7D8A24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14" creationId="{4300840D-0A0B-4512-BACA-B439D5B9C57C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16" creationId="{D2B78728-A580-49A7-84F9-6EF6F583ADE0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18" creationId="{38FAA1A1-D861-433F-88FA-1E9D6FD31D11}"/>
          </ac:spMkLst>
        </pc:spChg>
        <pc:spChg chg="add del">
          <ac:chgData name="Carlos Schaap García" userId="c9d60375-df62-4003-972e-045b1a587908" providerId="ADAL" clId="{01CA1CEF-DFBB-4145-B35A-408D9813818A}" dt="2026-06-19T08:32:39.619" v="311" actId="26606"/>
          <ac:spMkLst>
            <pc:docMk/>
            <pc:sldMk cId="3799563360" sldId="258"/>
            <ac:spMk id="20" creationId="{8D71EDA1-87BF-4D5D-AB79-F346FD19278A}"/>
          </ac:spMkLst>
        </pc:spChg>
        <pc:spChg chg="add del">
          <ac:chgData name="Carlos Schaap García" userId="c9d60375-df62-4003-972e-045b1a587908" providerId="ADAL" clId="{01CA1CEF-DFBB-4145-B35A-408D9813818A}" dt="2026-06-19T08:32:33.197" v="306" actId="26606"/>
          <ac:spMkLst>
            <pc:docMk/>
            <pc:sldMk cId="3799563360" sldId="258"/>
            <ac:spMk id="29" creationId="{79AFCB35-9C04-4524-A0B1-57FF6865D013}"/>
          </ac:spMkLst>
        </pc:spChg>
        <pc:spChg chg="add del">
          <ac:chgData name="Carlos Schaap García" userId="c9d60375-df62-4003-972e-045b1a587908" providerId="ADAL" clId="{01CA1CEF-DFBB-4145-B35A-408D9813818A}" dt="2026-06-19T08:32:33.197" v="306" actId="26606"/>
          <ac:spMkLst>
            <pc:docMk/>
            <pc:sldMk cId="3799563360" sldId="258"/>
            <ac:spMk id="33" creationId="{59463AC4-F96D-4507-9EE0-A831B7910271}"/>
          </ac:spMkLst>
        </pc:spChg>
        <pc:spChg chg="add del">
          <ac:chgData name="Carlos Schaap García" userId="c9d60375-df62-4003-972e-045b1a587908" providerId="ADAL" clId="{01CA1CEF-DFBB-4145-B35A-408D9813818A}" dt="2026-06-19T08:32:33.197" v="306" actId="26606"/>
          <ac:spMkLst>
            <pc:docMk/>
            <pc:sldMk cId="3799563360" sldId="258"/>
            <ac:spMk id="35" creationId="{9E5C5460-229E-46C8-A712-CC317985420F}"/>
          </ac:spMkLst>
        </pc:spChg>
        <pc:spChg chg="add del">
          <ac:chgData name="Carlos Schaap García" userId="c9d60375-df62-4003-972e-045b1a587908" providerId="ADAL" clId="{01CA1CEF-DFBB-4145-B35A-408D9813818A}" dt="2026-06-19T08:32:33.197" v="306" actId="26606"/>
          <ac:spMkLst>
            <pc:docMk/>
            <pc:sldMk cId="3799563360" sldId="258"/>
            <ac:spMk id="37" creationId="{FC3ABE8C-1C72-4141-BADF-DD681176459A}"/>
          </ac:spMkLst>
        </pc:spChg>
        <pc:spChg chg="add del">
          <ac:chgData name="Carlos Schaap García" userId="c9d60375-df62-4003-972e-045b1a587908" providerId="ADAL" clId="{01CA1CEF-DFBB-4145-B35A-408D9813818A}" dt="2026-06-19T08:32:36.953" v="308" actId="26606"/>
          <ac:spMkLst>
            <pc:docMk/>
            <pc:sldMk cId="3799563360" sldId="258"/>
            <ac:spMk id="46" creationId="{AD96FDFD-4E42-4A06-B8B5-768A1DB9C2A9}"/>
          </ac:spMkLst>
        </pc:spChg>
        <pc:spChg chg="add del">
          <ac:chgData name="Carlos Schaap García" userId="c9d60375-df62-4003-972e-045b1a587908" providerId="ADAL" clId="{01CA1CEF-DFBB-4145-B35A-408D9813818A}" dt="2026-06-19T08:32:39.614" v="310" actId="26606"/>
          <ac:spMkLst>
            <pc:docMk/>
            <pc:sldMk cId="3799563360" sldId="258"/>
            <ac:spMk id="48" creationId="{1E9986A5-A7D1-4022-BAC0-885FB7A141AE}"/>
          </ac:spMkLst>
        </pc:spChg>
        <pc:spChg chg="add del">
          <ac:chgData name="Carlos Schaap García" userId="c9d60375-df62-4003-972e-045b1a587908" providerId="ADAL" clId="{01CA1CEF-DFBB-4145-B35A-408D9813818A}" dt="2026-06-19T08:32:39.614" v="310" actId="26606"/>
          <ac:spMkLst>
            <pc:docMk/>
            <pc:sldMk cId="3799563360" sldId="258"/>
            <ac:spMk id="49" creationId="{D2758DA7-6A89-49A1-B9F5-546D993242F8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799563360" sldId="258"/>
            <ac:spMk id="51" creationId="{AD96FDFD-4E42-4A06-B8B5-768A1DB9C2A9}"/>
          </ac:spMkLst>
        </pc:spChg>
        <pc:picChg chg="add">
          <ac:chgData name="Carlos Schaap García" userId="c9d60375-df62-4003-972e-045b1a587908" providerId="ADAL" clId="{01CA1CEF-DFBB-4145-B35A-408D9813818A}" dt="2026-06-19T08:31:30.369" v="301" actId="22"/>
          <ac:picMkLst>
            <pc:docMk/>
            <pc:sldMk cId="3799563360" sldId="258"/>
            <ac:picMk id="5" creationId="{56D42641-CCE6-897B-1CB9-D38024E1B164}"/>
          </ac:picMkLst>
        </pc:picChg>
        <pc:picChg chg="add mod">
          <ac:chgData name="Carlos Schaap García" userId="c9d60375-df62-4003-972e-045b1a587908" providerId="ADAL" clId="{01CA1CEF-DFBB-4145-B35A-408D9813818A}" dt="2026-06-19T08:31:53.153" v="303" actId="1076"/>
          <ac:picMkLst>
            <pc:docMk/>
            <pc:sldMk cId="3799563360" sldId="258"/>
            <ac:picMk id="7" creationId="{038D763A-935A-C32D-CF40-304DC3FFFD30}"/>
          </ac:picMkLst>
        </pc:picChg>
        <pc:picChg chg="add">
          <ac:chgData name="Carlos Schaap García" userId="c9d60375-df62-4003-972e-045b1a587908" providerId="ADAL" clId="{01CA1CEF-DFBB-4145-B35A-408D9813818A}" dt="2026-06-19T08:32:15.178" v="304" actId="22"/>
          <ac:picMkLst>
            <pc:docMk/>
            <pc:sldMk cId="3799563360" sldId="258"/>
            <ac:picMk id="11" creationId="{9B2C005D-F07B-2A14-CBF1-3B4D8FCD2EE3}"/>
          </ac:picMkLst>
        </pc:picChg>
      </pc:sldChg>
      <pc:sldChg chg="addSp delSp modSp new mod setBg">
        <pc:chgData name="Carlos Schaap García" userId="c9d60375-df62-4003-972e-045b1a587908" providerId="ADAL" clId="{01CA1CEF-DFBB-4145-B35A-408D9813818A}" dt="2026-06-19T08:39:47.009" v="475" actId="20577"/>
        <pc:sldMkLst>
          <pc:docMk/>
          <pc:sldMk cId="2878692227" sldId="259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2" creationId="{CB5F277C-FA2E-A9C5-7F35-DAA03685FD33}"/>
          </ac:spMkLst>
        </pc:spChg>
        <pc:spChg chg="del mod">
          <ac:chgData name="Carlos Schaap García" userId="c9d60375-df62-4003-972e-045b1a587908" providerId="ADAL" clId="{01CA1CEF-DFBB-4145-B35A-408D9813818A}" dt="2026-06-19T08:29:39.441" v="294" actId="26606"/>
          <ac:spMkLst>
            <pc:docMk/>
            <pc:sldMk cId="2878692227" sldId="259"/>
            <ac:spMk id="3" creationId="{3CCE89F5-3228-B82C-6F8D-3F679D0F0648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9" creationId="{BACC6370-2D7E-4714-9D71-7542949D7D5D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11" creationId="{256B2C21-A230-48C0-8DF1-C46611373C44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13" creationId="{3847E18C-932D-4C95-AABA-FEC7C9499AD7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15" creationId="{3150CB11-0C61-439E-910F-5787759E72A0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17" creationId="{43F8A58B-5155-44CE-A5FF-7647B47D0A7A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78692227" sldId="259"/>
            <ac:spMk id="19" creationId="{443F2ACA-E6D6-4028-82DD-F03C262D5DE6}"/>
          </ac:spMkLst>
        </pc:spChg>
        <pc:graphicFrameChg chg="add modGraphic">
          <ac:chgData name="Carlos Schaap García" userId="c9d60375-df62-4003-972e-045b1a587908" providerId="ADAL" clId="{01CA1CEF-DFBB-4145-B35A-408D9813818A}" dt="2026-06-19T08:39:47.009" v="475" actId="20577"/>
          <ac:graphicFrameMkLst>
            <pc:docMk/>
            <pc:sldMk cId="2878692227" sldId="259"/>
            <ac:graphicFrameMk id="5" creationId="{6AAE534B-A826-6AB4-A901-483B362FEF44}"/>
          </ac:graphicFrameMkLst>
        </pc:graphicFrameChg>
      </pc:sldChg>
      <pc:sldChg chg="addSp modSp new mod setBg">
        <pc:chgData name="Carlos Schaap García" userId="c9d60375-df62-4003-972e-045b1a587908" providerId="ADAL" clId="{01CA1CEF-DFBB-4145-B35A-408D9813818A}" dt="2026-06-19T10:26:44.053" v="499" actId="1076"/>
        <pc:sldMkLst>
          <pc:docMk/>
          <pc:sldMk cId="315300696" sldId="260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15300696" sldId="260"/>
            <ac:spMk id="2" creationId="{45DFE3D9-F6DC-CA3E-9021-9D8B6D33C818}"/>
          </ac:spMkLst>
        </pc:spChg>
        <pc:spChg chg="mod ord">
          <ac:chgData name="Carlos Schaap García" userId="c9d60375-df62-4003-972e-045b1a587908" providerId="ADAL" clId="{01CA1CEF-DFBB-4145-B35A-408D9813818A}" dt="2026-06-19T08:40:36.171" v="497" actId="20577"/>
          <ac:spMkLst>
            <pc:docMk/>
            <pc:sldMk cId="315300696" sldId="260"/>
            <ac:spMk id="3" creationId="{6C4D9A4B-E512-5AEF-EB87-BD19EBFDA6BD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15300696" sldId="260"/>
            <ac:spMk id="10" creationId="{3346177D-ADC4-4968-B747-5CFCD390B5B9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15300696" sldId="260"/>
            <ac:spMk id="12" creationId="{0844A943-BF79-4FEA-ABB1-3BD54D236606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15300696" sldId="260"/>
            <ac:spMk id="14" creationId="{6437CC72-F4A8-4DC3-AFAB-D22C482C8100}"/>
          </ac:spMkLst>
        </pc:spChg>
        <pc:picChg chg="add mod">
          <ac:chgData name="Carlos Schaap García" userId="c9d60375-df62-4003-972e-045b1a587908" providerId="ADAL" clId="{01CA1CEF-DFBB-4145-B35A-408D9813818A}" dt="2026-06-19T10:26:44.053" v="499" actId="1076"/>
          <ac:picMkLst>
            <pc:docMk/>
            <pc:sldMk cId="315300696" sldId="260"/>
            <ac:picMk id="5" creationId="{60AC058A-D54C-D9D4-245C-02A74E88FC1D}"/>
          </ac:picMkLst>
        </pc:pic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3430511562" sldId="261"/>
        </pc:sldMkLst>
        <pc:spChg chg="mod or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430511562" sldId="261"/>
            <ac:spMk id="2" creationId="{346B8B3F-914E-49CC-B67F-52F8153A77EC}"/>
          </ac:spMkLst>
        </pc:spChg>
        <pc:spChg chg="add del">
          <ac:chgData name="Carlos Schaap García" userId="c9d60375-df62-4003-972e-045b1a587908" providerId="ADAL" clId="{01CA1CEF-DFBB-4145-B35A-408D9813818A}" dt="2026-06-19T08:34:04.033" v="323" actId="26606"/>
          <ac:spMkLst>
            <pc:docMk/>
            <pc:sldMk cId="3430511562" sldId="261"/>
            <ac:spMk id="3" creationId="{1D6933AD-436B-624D-2E86-9D007DB09CEF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3430511562" sldId="261"/>
            <ac:spMk id="6" creationId="{37C89E4B-3C9F-44B9-8B86-D9E3D112D8EC}"/>
          </ac:spMkLst>
        </pc:spChg>
        <pc:spChg chg="add del">
          <ac:chgData name="Carlos Schaap García" userId="c9d60375-df62-4003-972e-045b1a587908" providerId="ADAL" clId="{01CA1CEF-DFBB-4145-B35A-408D9813818A}" dt="2026-06-19T08:33:29.361" v="318" actId="26606"/>
          <ac:spMkLst>
            <pc:docMk/>
            <pc:sldMk cId="3430511562" sldId="261"/>
            <ac:spMk id="9" creationId="{4D60F200-5EB0-B223-2439-C96C67F0FEE1}"/>
          </ac:spMkLst>
        </pc:spChg>
        <pc:spChg chg="add del">
          <ac:chgData name="Carlos Schaap García" userId="c9d60375-df62-4003-972e-045b1a587908" providerId="ADAL" clId="{01CA1CEF-DFBB-4145-B35A-408D9813818A}" dt="2026-06-19T08:33:29.361" v="318" actId="26606"/>
          <ac:spMkLst>
            <pc:docMk/>
            <pc:sldMk cId="3430511562" sldId="261"/>
            <ac:spMk id="11" creationId="{A6567EA8-C72D-4B9B-D23F-6B2E9F9C9F47}"/>
          </ac:spMkLst>
        </pc:spChg>
        <pc:spChg chg="add del">
          <ac:chgData name="Carlos Schaap García" userId="c9d60375-df62-4003-972e-045b1a587908" providerId="ADAL" clId="{01CA1CEF-DFBB-4145-B35A-408D9813818A}" dt="2026-06-19T08:33:29.361" v="318" actId="26606"/>
          <ac:spMkLst>
            <pc:docMk/>
            <pc:sldMk cId="3430511562" sldId="261"/>
            <ac:spMk id="13" creationId="{FEFBFA78-9360-1E01-5448-6D5AE0A32601}"/>
          </ac:spMkLst>
        </pc:spChg>
        <pc:spChg chg="add del">
          <ac:chgData name="Carlos Schaap García" userId="c9d60375-df62-4003-972e-045b1a587908" providerId="ADAL" clId="{01CA1CEF-DFBB-4145-B35A-408D9813818A}" dt="2026-06-19T08:33:29.361" v="318" actId="26606"/>
          <ac:spMkLst>
            <pc:docMk/>
            <pc:sldMk cId="3430511562" sldId="261"/>
            <ac:spMk id="15" creationId="{1740453C-744F-DB3A-47EC-15EACE1DC117}"/>
          </ac:spMkLst>
        </pc:spChg>
        <pc:spChg chg="add del">
          <ac:chgData name="Carlos Schaap García" userId="c9d60375-df62-4003-972e-045b1a587908" providerId="ADAL" clId="{01CA1CEF-DFBB-4145-B35A-408D9813818A}" dt="2026-06-19T08:33:29.361" v="318" actId="26606"/>
          <ac:spMkLst>
            <pc:docMk/>
            <pc:sldMk cId="3430511562" sldId="261"/>
            <ac:spMk id="17" creationId="{B6924B03-77BD-EAE3-2854-43363FF8E6BB}"/>
          </ac:spMkLst>
        </pc:spChg>
        <pc:spChg chg="add del">
          <ac:chgData name="Carlos Schaap García" userId="c9d60375-df62-4003-972e-045b1a587908" providerId="ADAL" clId="{01CA1CEF-DFBB-4145-B35A-408D9813818A}" dt="2026-06-19T08:33:40.475" v="320" actId="26606"/>
          <ac:spMkLst>
            <pc:docMk/>
            <pc:sldMk cId="3430511562" sldId="261"/>
            <ac:spMk id="20" creationId="{EB0222B5-B739-82A9-5CCC-C5585AE12A69}"/>
          </ac:spMkLst>
        </pc:spChg>
        <pc:spChg chg="add del">
          <ac:chgData name="Carlos Schaap García" userId="c9d60375-df62-4003-972e-045b1a587908" providerId="ADAL" clId="{01CA1CEF-DFBB-4145-B35A-408D9813818A}" dt="2026-06-19T08:33:40.475" v="320" actId="26606"/>
          <ac:spMkLst>
            <pc:docMk/>
            <pc:sldMk cId="3430511562" sldId="261"/>
            <ac:spMk id="21" creationId="{5BE23E75-E7E9-4D9F-6D25-5512363F8621}"/>
          </ac:spMkLst>
        </pc:spChg>
        <pc:picChg chg="add mod">
          <ac:chgData name="Carlos Schaap García" userId="c9d60375-df62-4003-972e-045b1a587908" providerId="ADAL" clId="{01CA1CEF-DFBB-4145-B35A-408D9813818A}" dt="2026-06-19T08:34:04.033" v="323" actId="26606"/>
          <ac:picMkLst>
            <pc:docMk/>
            <pc:sldMk cId="3430511562" sldId="261"/>
            <ac:picMk id="4" creationId="{CD34DFA5-CDDB-B2F3-A0B9-DC5BA0508516}"/>
          </ac:picMkLst>
        </pc:picChg>
        <pc:picChg chg="add del">
          <ac:chgData name="Carlos Schaap García" userId="c9d60375-df62-4003-972e-045b1a587908" providerId="ADAL" clId="{01CA1CEF-DFBB-4145-B35A-408D9813818A}" dt="2026-06-19T08:33:29.361" v="318" actId="26606"/>
          <ac:picMkLst>
            <pc:docMk/>
            <pc:sldMk cId="3430511562" sldId="261"/>
            <ac:picMk id="5" creationId="{12660C61-6D3F-998D-B94F-EA1A721082F2}"/>
          </ac:picMkLst>
        </pc:picChg>
        <pc:picChg chg="add del">
          <ac:chgData name="Carlos Schaap García" userId="c9d60375-df62-4003-972e-045b1a587908" providerId="ADAL" clId="{01CA1CEF-DFBB-4145-B35A-408D9813818A}" dt="2026-06-19T08:33:40.475" v="320" actId="26606"/>
          <ac:picMkLst>
            <pc:docMk/>
            <pc:sldMk cId="3430511562" sldId="261"/>
            <ac:picMk id="19" creationId="{9B3DACAD-E5C6-0EE9-2EFA-DCB279AC0A88}"/>
          </ac:picMkLst>
        </pc:picChg>
        <pc:cxnChg chg="add">
          <ac:chgData name="Carlos Schaap García" userId="c9d60375-df62-4003-972e-045b1a587908" providerId="ADAL" clId="{01CA1CEF-DFBB-4145-B35A-408D9813818A}" dt="2026-06-19T08:34:04.033" v="323" actId="26606"/>
          <ac:cxnSpMkLst>
            <pc:docMk/>
            <pc:sldMk cId="3430511562" sldId="261"/>
            <ac:cxnSpMk id="7" creationId="{AA2EAA10-076F-46BD-8F0F-B9A2FB77A85C}"/>
          </ac:cxnSpMkLst>
        </pc:cxnChg>
        <pc:cxnChg chg="add">
          <ac:chgData name="Carlos Schaap García" userId="c9d60375-df62-4003-972e-045b1a587908" providerId="ADAL" clId="{01CA1CEF-DFBB-4145-B35A-408D9813818A}" dt="2026-06-19T08:34:04.033" v="323" actId="26606"/>
          <ac:cxnSpMkLst>
            <pc:docMk/>
            <pc:sldMk cId="3430511562" sldId="261"/>
            <ac:cxnSpMk id="8" creationId="{D891E407-403B-4764-86C9-33A56D3BCAA3}"/>
          </ac:cxnSpMkLst>
        </pc:cxnChg>
        <pc:cxnChg chg="add del">
          <ac:chgData name="Carlos Schaap García" userId="c9d60375-df62-4003-972e-045b1a587908" providerId="ADAL" clId="{01CA1CEF-DFBB-4145-B35A-408D9813818A}" dt="2026-06-19T08:33:40.475" v="320" actId="26606"/>
          <ac:cxnSpMkLst>
            <pc:docMk/>
            <pc:sldMk cId="3430511562" sldId="261"/>
            <ac:cxnSpMk id="22" creationId="{61B115DB-65EB-3FC3-7284-CFDF4ADC60B6}"/>
          </ac:cxnSpMkLst>
        </pc:cxn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2942055538" sldId="262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942055538" sldId="262"/>
            <ac:spMk id="2" creationId="{2EA0B561-8C28-6895-477F-B8277702EBE4}"/>
          </ac:spMkLst>
        </pc:spChg>
        <pc:spChg chg="del mod">
          <ac:chgData name="Carlos Schaap García" userId="c9d60375-df62-4003-972e-045b1a587908" providerId="ADAL" clId="{01CA1CEF-DFBB-4145-B35A-408D9813818A}" dt="2026-06-19T08:36:21.007" v="423" actId="26606"/>
          <ac:spMkLst>
            <pc:docMk/>
            <pc:sldMk cId="2942055538" sldId="262"/>
            <ac:spMk id="3" creationId="{AB0D2C8F-3EC7-9805-1463-75F9F157CFBA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942055538" sldId="262"/>
            <ac:spMk id="9" creationId="{BACC6370-2D7E-4714-9D71-7542949D7D5D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942055538" sldId="262"/>
            <ac:spMk id="11" creationId="{F68B3F68-107C-434F-AA38-110D5EA91B85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942055538" sldId="262"/>
            <ac:spMk id="13" creationId="{AAD0DBB9-1A4B-4391-81D4-CB19F9AB918A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942055538" sldId="262"/>
            <ac:spMk id="15" creationId="{063BBA22-50EA-4C4D-BE05-F1CE4E63AA56}"/>
          </ac:spMkLst>
        </pc:spChg>
        <pc:graphicFrameChg chg="add modGraphic">
          <ac:chgData name="Carlos Schaap García" userId="c9d60375-df62-4003-972e-045b1a587908" providerId="ADAL" clId="{01CA1CEF-DFBB-4145-B35A-408D9813818A}" dt="2026-06-19T08:39:05.876" v="462" actId="790"/>
          <ac:graphicFrameMkLst>
            <pc:docMk/>
            <pc:sldMk cId="2942055538" sldId="262"/>
            <ac:graphicFrameMk id="5" creationId="{C35E43F1-255B-48BE-EEA5-737D9DB799B3}"/>
          </ac:graphicFrameMkLst>
        </pc:graphicFrame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2858318299" sldId="263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58318299" sldId="263"/>
            <ac:spMk id="2" creationId="{313B34CA-2B9A-2898-97FF-1DEC6B1ADD18}"/>
          </ac:spMkLst>
        </pc:spChg>
        <pc:spChg chg="del">
          <ac:chgData name="Carlos Schaap García" userId="c9d60375-df62-4003-972e-045b1a587908" providerId="ADAL" clId="{01CA1CEF-DFBB-4145-B35A-408D9813818A}" dt="2026-06-19T08:36:46.226" v="435" actId="26606"/>
          <ac:spMkLst>
            <pc:docMk/>
            <pc:sldMk cId="2858318299" sldId="263"/>
            <ac:spMk id="3" creationId="{3A54BFAE-E087-FAFA-EBE6-118CDCD33860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2858318299" sldId="263"/>
            <ac:spMk id="9" creationId="{37C89E4B-3C9F-44B9-8B86-D9E3D112D8EC}"/>
          </ac:spMkLst>
        </pc:spChg>
        <pc:picChg chg="add">
          <ac:chgData name="Carlos Schaap García" userId="c9d60375-df62-4003-972e-045b1a587908" providerId="ADAL" clId="{01CA1CEF-DFBB-4145-B35A-408D9813818A}" dt="2026-06-19T08:36:46.226" v="435" actId="26606"/>
          <ac:picMkLst>
            <pc:docMk/>
            <pc:sldMk cId="2858318299" sldId="263"/>
            <ac:picMk id="5" creationId="{345551CF-DB1E-41C5-E721-E5D05C37C2EE}"/>
          </ac:picMkLst>
        </pc:picChg>
        <pc:cxnChg chg="add">
          <ac:chgData name="Carlos Schaap García" userId="c9d60375-df62-4003-972e-045b1a587908" providerId="ADAL" clId="{01CA1CEF-DFBB-4145-B35A-408D9813818A}" dt="2026-06-19T08:36:46.226" v="435" actId="26606"/>
          <ac:cxnSpMkLst>
            <pc:docMk/>
            <pc:sldMk cId="2858318299" sldId="263"/>
            <ac:cxnSpMk id="11" creationId="{AA2EAA10-076F-46BD-8F0F-B9A2FB77A85C}"/>
          </ac:cxnSpMkLst>
        </pc:cxnChg>
        <pc:cxnChg chg="add">
          <ac:chgData name="Carlos Schaap García" userId="c9d60375-df62-4003-972e-045b1a587908" providerId="ADAL" clId="{01CA1CEF-DFBB-4145-B35A-408D9813818A}" dt="2026-06-19T08:36:46.226" v="435" actId="26606"/>
          <ac:cxnSpMkLst>
            <pc:docMk/>
            <pc:sldMk cId="2858318299" sldId="263"/>
            <ac:cxnSpMk id="13" creationId="{D891E407-403B-4764-86C9-33A56D3BCAA3}"/>
          </ac:cxnSpMkLst>
        </pc:cxnChg>
      </pc:sldChg>
      <pc:sldChg chg="addSp delSp modSp new mod setBg">
        <pc:chgData name="Carlos Schaap García" userId="c9d60375-df62-4003-972e-045b1a587908" providerId="ADAL" clId="{01CA1CEF-DFBB-4145-B35A-408D9813818A}" dt="2026-06-19T08:39:05.876" v="462" actId="790"/>
        <pc:sldMkLst>
          <pc:docMk/>
          <pc:sldMk cId="1850240021" sldId="264"/>
        </pc:sldMkLst>
        <pc:spChg chg="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1850240021" sldId="264"/>
            <ac:spMk id="2" creationId="{7D41849D-38A8-1F38-17F7-2E611606FF0A}"/>
          </ac:spMkLst>
        </pc:spChg>
        <pc:spChg chg="del">
          <ac:chgData name="Carlos Schaap García" userId="c9d60375-df62-4003-972e-045b1a587908" providerId="ADAL" clId="{01CA1CEF-DFBB-4145-B35A-408D9813818A}" dt="2026-06-19T08:37:01.055" v="461" actId="26606"/>
          <ac:spMkLst>
            <pc:docMk/>
            <pc:sldMk cId="1850240021" sldId="264"/>
            <ac:spMk id="3" creationId="{76757937-6FE9-7368-2985-EE47144FB6D2}"/>
          </ac:spMkLst>
        </pc:spChg>
        <pc:spChg chg="add mod">
          <ac:chgData name="Carlos Schaap García" userId="c9d60375-df62-4003-972e-045b1a587908" providerId="ADAL" clId="{01CA1CEF-DFBB-4145-B35A-408D9813818A}" dt="2026-06-19T08:39:05.876" v="462" actId="790"/>
          <ac:spMkLst>
            <pc:docMk/>
            <pc:sldMk cId="1850240021" sldId="264"/>
            <ac:spMk id="9" creationId="{37C89E4B-3C9F-44B9-8B86-D9E3D112D8EC}"/>
          </ac:spMkLst>
        </pc:spChg>
        <pc:picChg chg="add">
          <ac:chgData name="Carlos Schaap García" userId="c9d60375-df62-4003-972e-045b1a587908" providerId="ADAL" clId="{01CA1CEF-DFBB-4145-B35A-408D9813818A}" dt="2026-06-19T08:37:01.055" v="461" actId="26606"/>
          <ac:picMkLst>
            <pc:docMk/>
            <pc:sldMk cId="1850240021" sldId="264"/>
            <ac:picMk id="5" creationId="{1EADD10E-46DC-2860-F669-35D6AF61AB5E}"/>
          </ac:picMkLst>
        </pc:picChg>
        <pc:cxnChg chg="add">
          <ac:chgData name="Carlos Schaap García" userId="c9d60375-df62-4003-972e-045b1a587908" providerId="ADAL" clId="{01CA1CEF-DFBB-4145-B35A-408D9813818A}" dt="2026-06-19T08:37:01.055" v="461" actId="26606"/>
          <ac:cxnSpMkLst>
            <pc:docMk/>
            <pc:sldMk cId="1850240021" sldId="264"/>
            <ac:cxnSpMk id="11" creationId="{AA2EAA10-076F-46BD-8F0F-B9A2FB77A85C}"/>
          </ac:cxnSpMkLst>
        </pc:cxnChg>
        <pc:cxnChg chg="add">
          <ac:chgData name="Carlos Schaap García" userId="c9d60375-df62-4003-972e-045b1a587908" providerId="ADAL" clId="{01CA1CEF-DFBB-4145-B35A-408D9813818A}" dt="2026-06-19T08:37:01.055" v="461" actId="26606"/>
          <ac:cxnSpMkLst>
            <pc:docMk/>
            <pc:sldMk cId="1850240021" sldId="264"/>
            <ac:cxnSpMk id="13" creationId="{D891E407-403B-4764-86C9-33A56D3BCAA3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161180-4880-4EF7-AC63-092D7086E834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D922EB8-59D2-479A-B701-E46388BDFEBD}">
      <dgm:prSet/>
      <dgm:spPr/>
      <dgm:t>
        <a:bodyPr/>
        <a:lstStyle/>
        <a:p>
          <a:r>
            <a:rPr lang="en-GB" noProof="0" dirty="0"/>
            <a:t>Helps users quickly find a nearby open bar</a:t>
          </a:r>
        </a:p>
      </dgm:t>
    </dgm:pt>
    <dgm:pt modelId="{2C835111-4006-4395-B4E4-37DFD0DFEE34}" type="parTrans" cxnId="{13DB7330-48B9-4BE4-85F4-FC74C21C9CA4}">
      <dgm:prSet/>
      <dgm:spPr/>
      <dgm:t>
        <a:bodyPr/>
        <a:lstStyle/>
        <a:p>
          <a:endParaRPr lang="en-US"/>
        </a:p>
      </dgm:t>
    </dgm:pt>
    <dgm:pt modelId="{78D01AD9-9028-4ED1-A445-4ADEDBCBA15B}" type="sibTrans" cxnId="{13DB7330-48B9-4BE4-85F4-FC74C21C9CA4}">
      <dgm:prSet/>
      <dgm:spPr/>
      <dgm:t>
        <a:bodyPr/>
        <a:lstStyle/>
        <a:p>
          <a:endParaRPr lang="en-US"/>
        </a:p>
      </dgm:t>
    </dgm:pt>
    <dgm:pt modelId="{DC069F25-AA47-4A1D-B7E4-4B3FF8EACBA3}">
      <dgm:prSet/>
      <dgm:spPr/>
      <dgm:t>
        <a:bodyPr/>
        <a:lstStyle/>
        <a:p>
          <a:r>
            <a:rPr lang="en-GB" noProof="0" dirty="0"/>
            <a:t>Uses live GPS location</a:t>
          </a:r>
        </a:p>
      </dgm:t>
    </dgm:pt>
    <dgm:pt modelId="{6FB5E5EC-DDE7-408F-BF46-7B899361C332}" type="parTrans" cxnId="{388D8133-663C-4ADF-8783-834FE6FA7309}">
      <dgm:prSet/>
      <dgm:spPr/>
      <dgm:t>
        <a:bodyPr/>
        <a:lstStyle/>
        <a:p>
          <a:endParaRPr lang="en-US"/>
        </a:p>
      </dgm:t>
    </dgm:pt>
    <dgm:pt modelId="{3F26C080-E2F7-4B6A-B2AC-330DCDA5C1CD}" type="sibTrans" cxnId="{388D8133-663C-4ADF-8783-834FE6FA7309}">
      <dgm:prSet/>
      <dgm:spPr/>
      <dgm:t>
        <a:bodyPr/>
        <a:lstStyle/>
        <a:p>
          <a:endParaRPr lang="en-US"/>
        </a:p>
      </dgm:t>
    </dgm:pt>
    <dgm:pt modelId="{A8B1E3A5-E747-4EF8-BC73-4B2B52F3ADE4}">
      <dgm:prSet/>
      <dgm:spPr/>
      <dgm:t>
        <a:bodyPr/>
        <a:lstStyle/>
        <a:p>
          <a:r>
            <a:rPr lang="en-GB" noProof="0" dirty="0"/>
            <a:t>Prioritizes bars that are currently open</a:t>
          </a:r>
        </a:p>
      </dgm:t>
    </dgm:pt>
    <dgm:pt modelId="{19CE0DD8-97D9-4E33-925A-9AFD53085E9C}" type="parTrans" cxnId="{F11F45B2-7C65-4174-80BD-D186C76EC53F}">
      <dgm:prSet/>
      <dgm:spPr/>
      <dgm:t>
        <a:bodyPr/>
        <a:lstStyle/>
        <a:p>
          <a:endParaRPr lang="en-US"/>
        </a:p>
      </dgm:t>
    </dgm:pt>
    <dgm:pt modelId="{767AFBD9-DF8B-4748-A2A3-37A1791A4855}" type="sibTrans" cxnId="{F11F45B2-7C65-4174-80BD-D186C76EC53F}">
      <dgm:prSet/>
      <dgm:spPr/>
      <dgm:t>
        <a:bodyPr/>
        <a:lstStyle/>
        <a:p>
          <a:endParaRPr lang="en-US"/>
        </a:p>
      </dgm:t>
    </dgm:pt>
    <dgm:pt modelId="{3F6155EE-5754-426F-88E4-BD32463A6357}">
      <dgm:prSet/>
      <dgm:spPr/>
      <dgm:t>
        <a:bodyPr/>
        <a:lstStyle/>
        <a:p>
          <a:r>
            <a:rPr lang="en-GB" noProof="0" dirty="0"/>
            <a:t>Makes navigation fun instead of using a standard map</a:t>
          </a:r>
        </a:p>
      </dgm:t>
    </dgm:pt>
    <dgm:pt modelId="{A91108B8-3E69-4ED7-9606-54AF0B79C56F}" type="parTrans" cxnId="{C0FB779F-26C7-4E79-8074-74C5AAA52DD4}">
      <dgm:prSet/>
      <dgm:spPr/>
      <dgm:t>
        <a:bodyPr/>
        <a:lstStyle/>
        <a:p>
          <a:endParaRPr lang="en-US"/>
        </a:p>
      </dgm:t>
    </dgm:pt>
    <dgm:pt modelId="{626CF354-D1EE-4741-801A-94B6B06C00F7}" type="sibTrans" cxnId="{C0FB779F-26C7-4E79-8074-74C5AAA52DD4}">
      <dgm:prSet/>
      <dgm:spPr/>
      <dgm:t>
        <a:bodyPr/>
        <a:lstStyle/>
        <a:p>
          <a:endParaRPr lang="en-US"/>
        </a:p>
      </dgm:t>
    </dgm:pt>
    <dgm:pt modelId="{EF43AADA-8B87-412E-9D4E-23839E484FC5}" type="pres">
      <dgm:prSet presAssocID="{61161180-4880-4EF7-AC63-092D7086E834}" presName="matrix" presStyleCnt="0">
        <dgm:presLayoutVars>
          <dgm:chMax val="1"/>
          <dgm:dir/>
          <dgm:resizeHandles val="exact"/>
        </dgm:presLayoutVars>
      </dgm:prSet>
      <dgm:spPr/>
    </dgm:pt>
    <dgm:pt modelId="{34960AF6-BF8E-4102-AF52-8EA199AFC4D6}" type="pres">
      <dgm:prSet presAssocID="{61161180-4880-4EF7-AC63-092D7086E834}" presName="diamond" presStyleLbl="bgShp" presStyleIdx="0" presStyleCnt="1"/>
      <dgm:spPr/>
    </dgm:pt>
    <dgm:pt modelId="{BF5BB642-2375-412B-9879-E79C02C7C6BC}" type="pres">
      <dgm:prSet presAssocID="{61161180-4880-4EF7-AC63-092D7086E83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C008F10-70BB-4F5D-8148-9B2E4029812F}" type="pres">
      <dgm:prSet presAssocID="{61161180-4880-4EF7-AC63-092D7086E83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D023F-EEB5-4279-9CFD-CA456BB0ECC1}" type="pres">
      <dgm:prSet presAssocID="{61161180-4880-4EF7-AC63-092D7086E83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7284243-C075-422A-A3D0-C83F0B00FA35}" type="pres">
      <dgm:prSet presAssocID="{61161180-4880-4EF7-AC63-092D7086E83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A88706-17B3-481D-AFC7-62B0A8806BBD}" type="presOf" srcId="{3F6155EE-5754-426F-88E4-BD32463A6357}" destId="{87284243-C075-422A-A3D0-C83F0B00FA35}" srcOrd="0" destOrd="0" presId="urn:microsoft.com/office/officeart/2005/8/layout/matrix3"/>
    <dgm:cxn modelId="{13DB7330-48B9-4BE4-85F4-FC74C21C9CA4}" srcId="{61161180-4880-4EF7-AC63-092D7086E834}" destId="{5D922EB8-59D2-479A-B701-E46388BDFEBD}" srcOrd="0" destOrd="0" parTransId="{2C835111-4006-4395-B4E4-37DFD0DFEE34}" sibTransId="{78D01AD9-9028-4ED1-A445-4ADEDBCBA15B}"/>
    <dgm:cxn modelId="{388D8133-663C-4ADF-8783-834FE6FA7309}" srcId="{61161180-4880-4EF7-AC63-092D7086E834}" destId="{DC069F25-AA47-4A1D-B7E4-4B3FF8EACBA3}" srcOrd="1" destOrd="0" parTransId="{6FB5E5EC-DDE7-408F-BF46-7B899361C332}" sibTransId="{3F26C080-E2F7-4B6A-B2AC-330DCDA5C1CD}"/>
    <dgm:cxn modelId="{0A53F59D-DFFE-4159-A97C-E490207EAE9E}" type="presOf" srcId="{5D922EB8-59D2-479A-B701-E46388BDFEBD}" destId="{BF5BB642-2375-412B-9879-E79C02C7C6BC}" srcOrd="0" destOrd="0" presId="urn:microsoft.com/office/officeart/2005/8/layout/matrix3"/>
    <dgm:cxn modelId="{C0FB779F-26C7-4E79-8074-74C5AAA52DD4}" srcId="{61161180-4880-4EF7-AC63-092D7086E834}" destId="{3F6155EE-5754-426F-88E4-BD32463A6357}" srcOrd="3" destOrd="0" parTransId="{A91108B8-3E69-4ED7-9606-54AF0B79C56F}" sibTransId="{626CF354-D1EE-4741-801A-94B6B06C00F7}"/>
    <dgm:cxn modelId="{F11F45B2-7C65-4174-80BD-D186C76EC53F}" srcId="{61161180-4880-4EF7-AC63-092D7086E834}" destId="{A8B1E3A5-E747-4EF8-BC73-4B2B52F3ADE4}" srcOrd="2" destOrd="0" parTransId="{19CE0DD8-97D9-4E33-925A-9AFD53085E9C}" sibTransId="{767AFBD9-DF8B-4748-A2A3-37A1791A4855}"/>
    <dgm:cxn modelId="{0C63D6BB-8C56-45FF-BC7B-3BC5FFEB5050}" type="presOf" srcId="{DC069F25-AA47-4A1D-B7E4-4B3FF8EACBA3}" destId="{1C008F10-70BB-4F5D-8148-9B2E4029812F}" srcOrd="0" destOrd="0" presId="urn:microsoft.com/office/officeart/2005/8/layout/matrix3"/>
    <dgm:cxn modelId="{E99AD9EB-3566-4720-B2B0-8965CAE9539E}" type="presOf" srcId="{61161180-4880-4EF7-AC63-092D7086E834}" destId="{EF43AADA-8B87-412E-9D4E-23839E484FC5}" srcOrd="0" destOrd="0" presId="urn:microsoft.com/office/officeart/2005/8/layout/matrix3"/>
    <dgm:cxn modelId="{CDCFA3F3-9C19-4D66-997E-E79F7852D15A}" type="presOf" srcId="{A8B1E3A5-E747-4EF8-BC73-4B2B52F3ADE4}" destId="{F38D023F-EEB5-4279-9CFD-CA456BB0ECC1}" srcOrd="0" destOrd="0" presId="urn:microsoft.com/office/officeart/2005/8/layout/matrix3"/>
    <dgm:cxn modelId="{24BE7C17-4663-4831-BC66-227AA72F3790}" type="presParOf" srcId="{EF43AADA-8B87-412E-9D4E-23839E484FC5}" destId="{34960AF6-BF8E-4102-AF52-8EA199AFC4D6}" srcOrd="0" destOrd="0" presId="urn:microsoft.com/office/officeart/2005/8/layout/matrix3"/>
    <dgm:cxn modelId="{B84D94D7-9047-475B-86E9-22E9A0355C5C}" type="presParOf" srcId="{EF43AADA-8B87-412E-9D4E-23839E484FC5}" destId="{BF5BB642-2375-412B-9879-E79C02C7C6BC}" srcOrd="1" destOrd="0" presId="urn:microsoft.com/office/officeart/2005/8/layout/matrix3"/>
    <dgm:cxn modelId="{DC59CF5E-8679-4315-8E06-FE31387CD254}" type="presParOf" srcId="{EF43AADA-8B87-412E-9D4E-23839E484FC5}" destId="{1C008F10-70BB-4F5D-8148-9B2E4029812F}" srcOrd="2" destOrd="0" presId="urn:microsoft.com/office/officeart/2005/8/layout/matrix3"/>
    <dgm:cxn modelId="{A1E1D884-24C6-4553-9D1E-0C401053F082}" type="presParOf" srcId="{EF43AADA-8B87-412E-9D4E-23839E484FC5}" destId="{F38D023F-EEB5-4279-9CFD-CA456BB0ECC1}" srcOrd="3" destOrd="0" presId="urn:microsoft.com/office/officeart/2005/8/layout/matrix3"/>
    <dgm:cxn modelId="{22132470-13B0-4FBB-876C-9D7560281904}" type="presParOf" srcId="{EF43AADA-8B87-412E-9D4E-23839E484FC5}" destId="{87284243-C075-422A-A3D0-C83F0B00FA3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CCA964-71EF-43E0-9753-EE7233B5D8E9}" type="doc">
      <dgm:prSet loTypeId="urn:microsoft.com/office/officeart/2005/8/layout/cycle8" loCatId="cycl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48875F-88B6-478E-8AC9-0E26B83DC212}">
      <dgm:prSet/>
      <dgm:spPr/>
      <dgm:t>
        <a:bodyPr/>
        <a:lstStyle/>
        <a:p>
          <a:r>
            <a:rPr lang="en-GB" noProof="0" dirty="0"/>
            <a:t>Flutter mobile application</a:t>
          </a:r>
        </a:p>
      </dgm:t>
    </dgm:pt>
    <dgm:pt modelId="{11F77193-2F9D-4807-A90D-3C5BA006FDDB}" type="parTrans" cxnId="{22F51484-B08E-46E4-9CC6-24A035BEA32C}">
      <dgm:prSet/>
      <dgm:spPr/>
      <dgm:t>
        <a:bodyPr/>
        <a:lstStyle/>
        <a:p>
          <a:endParaRPr lang="en-US"/>
        </a:p>
      </dgm:t>
    </dgm:pt>
    <dgm:pt modelId="{06CFEFF7-8113-4867-AFFD-718BB677E350}" type="sibTrans" cxnId="{22F51484-B08E-46E4-9CC6-24A035BEA32C}">
      <dgm:prSet/>
      <dgm:spPr/>
      <dgm:t>
        <a:bodyPr/>
        <a:lstStyle/>
        <a:p>
          <a:endParaRPr lang="en-US"/>
        </a:p>
      </dgm:t>
    </dgm:pt>
    <dgm:pt modelId="{72DF2DC7-9CB4-4F07-902C-ED310C3D1748}">
      <dgm:prSet/>
      <dgm:spPr/>
      <dgm:t>
        <a:bodyPr/>
        <a:lstStyle/>
        <a:p>
          <a:r>
            <a:rPr lang="en-GB" noProof="0" dirty="0"/>
            <a:t>Firebase backend to store bar data</a:t>
          </a:r>
        </a:p>
      </dgm:t>
    </dgm:pt>
    <dgm:pt modelId="{E1C0E0E0-2939-4F2B-A31E-4CB4ABB0A2C0}" type="parTrans" cxnId="{06434FCD-7F48-4EDA-85F1-3DB4089A1700}">
      <dgm:prSet/>
      <dgm:spPr/>
      <dgm:t>
        <a:bodyPr/>
        <a:lstStyle/>
        <a:p>
          <a:endParaRPr lang="en-US"/>
        </a:p>
      </dgm:t>
    </dgm:pt>
    <dgm:pt modelId="{FC186063-081B-4F65-AC43-2A7D49F6BF8C}" type="sibTrans" cxnId="{06434FCD-7F48-4EDA-85F1-3DB4089A1700}">
      <dgm:prSet/>
      <dgm:spPr/>
      <dgm:t>
        <a:bodyPr/>
        <a:lstStyle/>
        <a:p>
          <a:endParaRPr lang="en-US"/>
        </a:p>
      </dgm:t>
    </dgm:pt>
    <dgm:pt modelId="{9F210CA3-A8F7-46E8-B945-8C28734879D0}">
      <dgm:prSet/>
      <dgm:spPr/>
      <dgm:t>
        <a:bodyPr/>
        <a:lstStyle/>
        <a:p>
          <a:r>
            <a:rPr lang="en-GB" noProof="0" dirty="0"/>
            <a:t>GPS provides the user’s current position</a:t>
          </a:r>
        </a:p>
      </dgm:t>
    </dgm:pt>
    <dgm:pt modelId="{C78A2780-00AC-44CA-903F-7E3FA257E91C}" type="parTrans" cxnId="{C7D2DFAB-A11F-4648-BE18-70C679F1D4EB}">
      <dgm:prSet/>
      <dgm:spPr/>
      <dgm:t>
        <a:bodyPr/>
        <a:lstStyle/>
        <a:p>
          <a:endParaRPr lang="en-US"/>
        </a:p>
      </dgm:t>
    </dgm:pt>
    <dgm:pt modelId="{EFC0A3D4-94B4-4410-8785-2E45BC85505D}" type="sibTrans" cxnId="{C7D2DFAB-A11F-4648-BE18-70C679F1D4EB}">
      <dgm:prSet/>
      <dgm:spPr/>
      <dgm:t>
        <a:bodyPr/>
        <a:lstStyle/>
        <a:p>
          <a:endParaRPr lang="en-US"/>
        </a:p>
      </dgm:t>
    </dgm:pt>
    <dgm:pt modelId="{2865143B-A082-4B57-8C8F-AA3533B2F3CD}">
      <dgm:prSet/>
      <dgm:spPr/>
      <dgm:t>
        <a:bodyPr/>
        <a:lstStyle/>
        <a:p>
          <a:r>
            <a:rPr lang="en-GB" noProof="0" dirty="0"/>
            <a:t>Distance and bearing are calculated in the app</a:t>
          </a:r>
        </a:p>
      </dgm:t>
    </dgm:pt>
    <dgm:pt modelId="{B79C221C-3D89-4DE8-92A3-911C22964F3F}" type="parTrans" cxnId="{73F1EF9B-A378-47FF-94B6-53A6F9DB6A0F}">
      <dgm:prSet/>
      <dgm:spPr/>
      <dgm:t>
        <a:bodyPr/>
        <a:lstStyle/>
        <a:p>
          <a:endParaRPr lang="en-US"/>
        </a:p>
      </dgm:t>
    </dgm:pt>
    <dgm:pt modelId="{1BD1542F-47DB-4EF9-8471-CFA62869F225}" type="sibTrans" cxnId="{73F1EF9B-A378-47FF-94B6-53A6F9DB6A0F}">
      <dgm:prSet/>
      <dgm:spPr/>
      <dgm:t>
        <a:bodyPr/>
        <a:lstStyle/>
        <a:p>
          <a:endParaRPr lang="en-US"/>
        </a:p>
      </dgm:t>
    </dgm:pt>
    <dgm:pt modelId="{F299AD05-42FE-4C80-A995-33449127F557}">
      <dgm:prSet/>
      <dgm:spPr/>
      <dgm:t>
        <a:bodyPr/>
        <a:lstStyle/>
        <a:p>
          <a:r>
            <a:rPr lang="en-GB" noProof="0" dirty="0"/>
            <a:t>Geohash queries help find nearby places efficiently</a:t>
          </a:r>
        </a:p>
      </dgm:t>
    </dgm:pt>
    <dgm:pt modelId="{BF4B79DD-E256-4A45-8684-85A68438296E}" type="parTrans" cxnId="{21205FE5-57E1-4C82-B2E6-B94A6B423351}">
      <dgm:prSet/>
      <dgm:spPr/>
      <dgm:t>
        <a:bodyPr/>
        <a:lstStyle/>
        <a:p>
          <a:endParaRPr lang="en-US"/>
        </a:p>
      </dgm:t>
    </dgm:pt>
    <dgm:pt modelId="{41182CDF-6413-4BEE-8BD3-FE8C8564046A}" type="sibTrans" cxnId="{21205FE5-57E1-4C82-B2E6-B94A6B423351}">
      <dgm:prSet/>
      <dgm:spPr/>
      <dgm:t>
        <a:bodyPr/>
        <a:lstStyle/>
        <a:p>
          <a:endParaRPr lang="en-US"/>
        </a:p>
      </dgm:t>
    </dgm:pt>
    <dgm:pt modelId="{428A5CBC-CFAB-4E52-8131-0F4F7388233A}" type="pres">
      <dgm:prSet presAssocID="{14CCA964-71EF-43E0-9753-EE7233B5D8E9}" presName="compositeShape" presStyleCnt="0">
        <dgm:presLayoutVars>
          <dgm:chMax val="7"/>
          <dgm:dir/>
          <dgm:resizeHandles val="exact"/>
        </dgm:presLayoutVars>
      </dgm:prSet>
      <dgm:spPr/>
    </dgm:pt>
    <dgm:pt modelId="{BE65A3C0-AA3E-4955-BDDC-6B43E2073122}" type="pres">
      <dgm:prSet presAssocID="{14CCA964-71EF-43E0-9753-EE7233B5D8E9}" presName="wedge1" presStyleLbl="node1" presStyleIdx="0" presStyleCnt="5"/>
      <dgm:spPr/>
    </dgm:pt>
    <dgm:pt modelId="{834F2E5B-D29F-4DE9-AC3B-61F6327A79B0}" type="pres">
      <dgm:prSet presAssocID="{14CCA964-71EF-43E0-9753-EE7233B5D8E9}" presName="dummy1a" presStyleCnt="0"/>
      <dgm:spPr/>
    </dgm:pt>
    <dgm:pt modelId="{81F32AB3-8FF1-451E-983A-234571FDA224}" type="pres">
      <dgm:prSet presAssocID="{14CCA964-71EF-43E0-9753-EE7233B5D8E9}" presName="dummy1b" presStyleCnt="0"/>
      <dgm:spPr/>
    </dgm:pt>
    <dgm:pt modelId="{ABCD1220-71C3-4668-9429-845B0D14FA08}" type="pres">
      <dgm:prSet presAssocID="{14CCA964-71EF-43E0-9753-EE7233B5D8E9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B94FA82-2341-4A85-8926-76115D5E25B8}" type="pres">
      <dgm:prSet presAssocID="{14CCA964-71EF-43E0-9753-EE7233B5D8E9}" presName="wedge2" presStyleLbl="node1" presStyleIdx="1" presStyleCnt="5"/>
      <dgm:spPr/>
    </dgm:pt>
    <dgm:pt modelId="{5D70F1A4-4F2A-4A66-8AE8-B4272DA5BEDB}" type="pres">
      <dgm:prSet presAssocID="{14CCA964-71EF-43E0-9753-EE7233B5D8E9}" presName="dummy2a" presStyleCnt="0"/>
      <dgm:spPr/>
    </dgm:pt>
    <dgm:pt modelId="{5CB2885B-C4F4-4DA4-B421-B790D229A6D1}" type="pres">
      <dgm:prSet presAssocID="{14CCA964-71EF-43E0-9753-EE7233B5D8E9}" presName="dummy2b" presStyleCnt="0"/>
      <dgm:spPr/>
    </dgm:pt>
    <dgm:pt modelId="{58CE4618-2BA6-454F-9559-0754251F7EA9}" type="pres">
      <dgm:prSet presAssocID="{14CCA964-71EF-43E0-9753-EE7233B5D8E9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12080F87-22A1-44C0-A005-A5BF46028784}" type="pres">
      <dgm:prSet presAssocID="{14CCA964-71EF-43E0-9753-EE7233B5D8E9}" presName="wedge3" presStyleLbl="node1" presStyleIdx="2" presStyleCnt="5"/>
      <dgm:spPr/>
    </dgm:pt>
    <dgm:pt modelId="{434E43F5-20BC-4FAA-A672-12442E6BFA22}" type="pres">
      <dgm:prSet presAssocID="{14CCA964-71EF-43E0-9753-EE7233B5D8E9}" presName="dummy3a" presStyleCnt="0"/>
      <dgm:spPr/>
    </dgm:pt>
    <dgm:pt modelId="{748462B8-A430-4BD0-8C65-FC9C31CAAA6C}" type="pres">
      <dgm:prSet presAssocID="{14CCA964-71EF-43E0-9753-EE7233B5D8E9}" presName="dummy3b" presStyleCnt="0"/>
      <dgm:spPr/>
    </dgm:pt>
    <dgm:pt modelId="{966A233E-C776-402A-B721-D3B0D075DDD3}" type="pres">
      <dgm:prSet presAssocID="{14CCA964-71EF-43E0-9753-EE7233B5D8E9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AFE4F3D-37DB-4CAB-87E3-4CDDE23213C6}" type="pres">
      <dgm:prSet presAssocID="{14CCA964-71EF-43E0-9753-EE7233B5D8E9}" presName="wedge4" presStyleLbl="node1" presStyleIdx="3" presStyleCnt="5"/>
      <dgm:spPr/>
    </dgm:pt>
    <dgm:pt modelId="{5120C76B-0DF2-4452-8473-F93DEABB5FE9}" type="pres">
      <dgm:prSet presAssocID="{14CCA964-71EF-43E0-9753-EE7233B5D8E9}" presName="dummy4a" presStyleCnt="0"/>
      <dgm:spPr/>
    </dgm:pt>
    <dgm:pt modelId="{C7FC131B-8A83-4115-9F1C-BFD5AE7E2412}" type="pres">
      <dgm:prSet presAssocID="{14CCA964-71EF-43E0-9753-EE7233B5D8E9}" presName="dummy4b" presStyleCnt="0"/>
      <dgm:spPr/>
    </dgm:pt>
    <dgm:pt modelId="{9C735624-BA2D-4275-A7C5-7D0F79DC33AC}" type="pres">
      <dgm:prSet presAssocID="{14CCA964-71EF-43E0-9753-EE7233B5D8E9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ACB7758-C8B1-4778-A3AA-CD3733328265}" type="pres">
      <dgm:prSet presAssocID="{14CCA964-71EF-43E0-9753-EE7233B5D8E9}" presName="wedge5" presStyleLbl="node1" presStyleIdx="4" presStyleCnt="5"/>
      <dgm:spPr/>
    </dgm:pt>
    <dgm:pt modelId="{B9A4F179-2BFA-4D78-B44A-9046BC129D16}" type="pres">
      <dgm:prSet presAssocID="{14CCA964-71EF-43E0-9753-EE7233B5D8E9}" presName="dummy5a" presStyleCnt="0"/>
      <dgm:spPr/>
    </dgm:pt>
    <dgm:pt modelId="{200286DC-3959-49F4-A5B3-100EDE78C8DC}" type="pres">
      <dgm:prSet presAssocID="{14CCA964-71EF-43E0-9753-EE7233B5D8E9}" presName="dummy5b" presStyleCnt="0"/>
      <dgm:spPr/>
    </dgm:pt>
    <dgm:pt modelId="{001944E3-A086-4AAC-AFD4-0C998CCCE524}" type="pres">
      <dgm:prSet presAssocID="{14CCA964-71EF-43E0-9753-EE7233B5D8E9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28E03E71-6DC5-41FD-AE23-7A9B98C74F6A}" type="pres">
      <dgm:prSet presAssocID="{06CFEFF7-8113-4867-AFFD-718BB677E350}" presName="arrowWedge1" presStyleLbl="fgSibTrans2D1" presStyleIdx="0" presStyleCnt="5"/>
      <dgm:spPr/>
    </dgm:pt>
    <dgm:pt modelId="{58F7E1A0-6EA6-49AC-B87A-ACB52E6CE201}" type="pres">
      <dgm:prSet presAssocID="{FC186063-081B-4F65-AC43-2A7D49F6BF8C}" presName="arrowWedge2" presStyleLbl="fgSibTrans2D1" presStyleIdx="1" presStyleCnt="5"/>
      <dgm:spPr/>
    </dgm:pt>
    <dgm:pt modelId="{FB6A4171-B6C5-487A-9655-9C7300CD82AE}" type="pres">
      <dgm:prSet presAssocID="{EFC0A3D4-94B4-4410-8785-2E45BC85505D}" presName="arrowWedge3" presStyleLbl="fgSibTrans2D1" presStyleIdx="2" presStyleCnt="5"/>
      <dgm:spPr/>
    </dgm:pt>
    <dgm:pt modelId="{10A51365-B381-4C65-B206-52679FBC2D8B}" type="pres">
      <dgm:prSet presAssocID="{1BD1542F-47DB-4EF9-8471-CFA62869F225}" presName="arrowWedge4" presStyleLbl="fgSibTrans2D1" presStyleIdx="3" presStyleCnt="5"/>
      <dgm:spPr/>
    </dgm:pt>
    <dgm:pt modelId="{962ADE7B-1C8A-415F-A8D3-A657445E1693}" type="pres">
      <dgm:prSet presAssocID="{41182CDF-6413-4BEE-8BD3-FE8C8564046A}" presName="arrowWedge5" presStyleLbl="fgSibTrans2D1" presStyleIdx="4" presStyleCnt="5"/>
      <dgm:spPr/>
    </dgm:pt>
  </dgm:ptLst>
  <dgm:cxnLst>
    <dgm:cxn modelId="{458C770B-1EE9-4AC0-98FE-AF3CE59B2DCE}" type="presOf" srcId="{9F210CA3-A8F7-46E8-B945-8C28734879D0}" destId="{12080F87-22A1-44C0-A005-A5BF46028784}" srcOrd="0" destOrd="0" presId="urn:microsoft.com/office/officeart/2005/8/layout/cycle8"/>
    <dgm:cxn modelId="{70E06E13-1590-4095-938A-F3E1CA80C423}" type="presOf" srcId="{72DF2DC7-9CB4-4F07-902C-ED310C3D1748}" destId="{BB94FA82-2341-4A85-8926-76115D5E25B8}" srcOrd="0" destOrd="0" presId="urn:microsoft.com/office/officeart/2005/8/layout/cycle8"/>
    <dgm:cxn modelId="{962B641D-C336-46F1-9213-08B992668EF6}" type="presOf" srcId="{9F210CA3-A8F7-46E8-B945-8C28734879D0}" destId="{966A233E-C776-402A-B721-D3B0D075DDD3}" srcOrd="1" destOrd="0" presId="urn:microsoft.com/office/officeart/2005/8/layout/cycle8"/>
    <dgm:cxn modelId="{0224F833-C2B1-48E2-A5A6-DAE555AC6D19}" type="presOf" srcId="{F299AD05-42FE-4C80-A995-33449127F557}" destId="{6ACB7758-C8B1-4778-A3AA-CD3733328265}" srcOrd="0" destOrd="0" presId="urn:microsoft.com/office/officeart/2005/8/layout/cycle8"/>
    <dgm:cxn modelId="{B8243544-6CF7-4248-9885-C7CC32902C1E}" type="presOf" srcId="{2865143B-A082-4B57-8C8F-AA3533B2F3CD}" destId="{BAFE4F3D-37DB-4CAB-87E3-4CDDE23213C6}" srcOrd="0" destOrd="0" presId="urn:microsoft.com/office/officeart/2005/8/layout/cycle8"/>
    <dgm:cxn modelId="{5AC29768-A37B-435E-AD7C-276EE8BDA70A}" type="presOf" srcId="{BF48875F-88B6-478E-8AC9-0E26B83DC212}" destId="{ABCD1220-71C3-4668-9429-845B0D14FA08}" srcOrd="1" destOrd="0" presId="urn:microsoft.com/office/officeart/2005/8/layout/cycle8"/>
    <dgm:cxn modelId="{6B9EF64F-24C7-466B-A99E-EB8E06614658}" type="presOf" srcId="{2865143B-A082-4B57-8C8F-AA3533B2F3CD}" destId="{9C735624-BA2D-4275-A7C5-7D0F79DC33AC}" srcOrd="1" destOrd="0" presId="urn:microsoft.com/office/officeart/2005/8/layout/cycle8"/>
    <dgm:cxn modelId="{22F51484-B08E-46E4-9CC6-24A035BEA32C}" srcId="{14CCA964-71EF-43E0-9753-EE7233B5D8E9}" destId="{BF48875F-88B6-478E-8AC9-0E26B83DC212}" srcOrd="0" destOrd="0" parTransId="{11F77193-2F9D-4807-A90D-3C5BA006FDDB}" sibTransId="{06CFEFF7-8113-4867-AFFD-718BB677E350}"/>
    <dgm:cxn modelId="{73F1EF9B-A378-47FF-94B6-53A6F9DB6A0F}" srcId="{14CCA964-71EF-43E0-9753-EE7233B5D8E9}" destId="{2865143B-A082-4B57-8C8F-AA3533B2F3CD}" srcOrd="3" destOrd="0" parTransId="{B79C221C-3D89-4DE8-92A3-911C22964F3F}" sibTransId="{1BD1542F-47DB-4EF9-8471-CFA62869F225}"/>
    <dgm:cxn modelId="{C7D2DFAB-A11F-4648-BE18-70C679F1D4EB}" srcId="{14CCA964-71EF-43E0-9753-EE7233B5D8E9}" destId="{9F210CA3-A8F7-46E8-B945-8C28734879D0}" srcOrd="2" destOrd="0" parTransId="{C78A2780-00AC-44CA-903F-7E3FA257E91C}" sibTransId="{EFC0A3D4-94B4-4410-8785-2E45BC85505D}"/>
    <dgm:cxn modelId="{06434FCD-7F48-4EDA-85F1-3DB4089A1700}" srcId="{14CCA964-71EF-43E0-9753-EE7233B5D8E9}" destId="{72DF2DC7-9CB4-4F07-902C-ED310C3D1748}" srcOrd="1" destOrd="0" parTransId="{E1C0E0E0-2939-4F2B-A31E-4CB4ABB0A2C0}" sibTransId="{FC186063-081B-4F65-AC43-2A7D49F6BF8C}"/>
    <dgm:cxn modelId="{13D1A4E1-B36C-4E1B-AC9D-EC7314278F70}" type="presOf" srcId="{F299AD05-42FE-4C80-A995-33449127F557}" destId="{001944E3-A086-4AAC-AFD4-0C998CCCE524}" srcOrd="1" destOrd="0" presId="urn:microsoft.com/office/officeart/2005/8/layout/cycle8"/>
    <dgm:cxn modelId="{7F4EC3E2-A009-4AE8-8D86-FDF7BF74A41A}" type="presOf" srcId="{14CCA964-71EF-43E0-9753-EE7233B5D8E9}" destId="{428A5CBC-CFAB-4E52-8131-0F4F7388233A}" srcOrd="0" destOrd="0" presId="urn:microsoft.com/office/officeart/2005/8/layout/cycle8"/>
    <dgm:cxn modelId="{21205FE5-57E1-4C82-B2E6-B94A6B423351}" srcId="{14CCA964-71EF-43E0-9753-EE7233B5D8E9}" destId="{F299AD05-42FE-4C80-A995-33449127F557}" srcOrd="4" destOrd="0" parTransId="{BF4B79DD-E256-4A45-8684-85A68438296E}" sibTransId="{41182CDF-6413-4BEE-8BD3-FE8C8564046A}"/>
    <dgm:cxn modelId="{76A617E8-A432-4EB8-AA79-4F2D05F6B520}" type="presOf" srcId="{72DF2DC7-9CB4-4F07-902C-ED310C3D1748}" destId="{58CE4618-2BA6-454F-9559-0754251F7EA9}" srcOrd="1" destOrd="0" presId="urn:microsoft.com/office/officeart/2005/8/layout/cycle8"/>
    <dgm:cxn modelId="{460EDEE8-1AF7-4572-A4CC-38A5204BE546}" type="presOf" srcId="{BF48875F-88B6-478E-8AC9-0E26B83DC212}" destId="{BE65A3C0-AA3E-4955-BDDC-6B43E2073122}" srcOrd="0" destOrd="0" presId="urn:microsoft.com/office/officeart/2005/8/layout/cycle8"/>
    <dgm:cxn modelId="{6B3DC06A-2092-45DD-A554-1747ECD41C06}" type="presParOf" srcId="{428A5CBC-CFAB-4E52-8131-0F4F7388233A}" destId="{BE65A3C0-AA3E-4955-BDDC-6B43E2073122}" srcOrd="0" destOrd="0" presId="urn:microsoft.com/office/officeart/2005/8/layout/cycle8"/>
    <dgm:cxn modelId="{0648D004-77C3-41F6-B08D-4A7C21E9B38D}" type="presParOf" srcId="{428A5CBC-CFAB-4E52-8131-0F4F7388233A}" destId="{834F2E5B-D29F-4DE9-AC3B-61F6327A79B0}" srcOrd="1" destOrd="0" presId="urn:microsoft.com/office/officeart/2005/8/layout/cycle8"/>
    <dgm:cxn modelId="{0476E199-A989-4D2A-A73F-355E3130F33B}" type="presParOf" srcId="{428A5CBC-CFAB-4E52-8131-0F4F7388233A}" destId="{81F32AB3-8FF1-451E-983A-234571FDA224}" srcOrd="2" destOrd="0" presId="urn:microsoft.com/office/officeart/2005/8/layout/cycle8"/>
    <dgm:cxn modelId="{C268622B-0A15-4ADA-9678-7CCB457017EA}" type="presParOf" srcId="{428A5CBC-CFAB-4E52-8131-0F4F7388233A}" destId="{ABCD1220-71C3-4668-9429-845B0D14FA08}" srcOrd="3" destOrd="0" presId="urn:microsoft.com/office/officeart/2005/8/layout/cycle8"/>
    <dgm:cxn modelId="{F90C1462-C680-48BE-981F-3D03306AF832}" type="presParOf" srcId="{428A5CBC-CFAB-4E52-8131-0F4F7388233A}" destId="{BB94FA82-2341-4A85-8926-76115D5E25B8}" srcOrd="4" destOrd="0" presId="urn:microsoft.com/office/officeart/2005/8/layout/cycle8"/>
    <dgm:cxn modelId="{D665E6F8-2288-4485-B4FF-8E085662ABBF}" type="presParOf" srcId="{428A5CBC-CFAB-4E52-8131-0F4F7388233A}" destId="{5D70F1A4-4F2A-4A66-8AE8-B4272DA5BEDB}" srcOrd="5" destOrd="0" presId="urn:microsoft.com/office/officeart/2005/8/layout/cycle8"/>
    <dgm:cxn modelId="{48CA8F1E-44BD-4BF2-85CC-6385FA0E5FEE}" type="presParOf" srcId="{428A5CBC-CFAB-4E52-8131-0F4F7388233A}" destId="{5CB2885B-C4F4-4DA4-B421-B790D229A6D1}" srcOrd="6" destOrd="0" presId="urn:microsoft.com/office/officeart/2005/8/layout/cycle8"/>
    <dgm:cxn modelId="{3CC562EB-0A02-40A8-90BA-6E146FD8032C}" type="presParOf" srcId="{428A5CBC-CFAB-4E52-8131-0F4F7388233A}" destId="{58CE4618-2BA6-454F-9559-0754251F7EA9}" srcOrd="7" destOrd="0" presId="urn:microsoft.com/office/officeart/2005/8/layout/cycle8"/>
    <dgm:cxn modelId="{42D1D00E-A4F7-49B2-B0BA-4EE5043BB886}" type="presParOf" srcId="{428A5CBC-CFAB-4E52-8131-0F4F7388233A}" destId="{12080F87-22A1-44C0-A005-A5BF46028784}" srcOrd="8" destOrd="0" presId="urn:microsoft.com/office/officeart/2005/8/layout/cycle8"/>
    <dgm:cxn modelId="{EF9E4974-9971-44AE-86F7-F344BC2B6824}" type="presParOf" srcId="{428A5CBC-CFAB-4E52-8131-0F4F7388233A}" destId="{434E43F5-20BC-4FAA-A672-12442E6BFA22}" srcOrd="9" destOrd="0" presId="urn:microsoft.com/office/officeart/2005/8/layout/cycle8"/>
    <dgm:cxn modelId="{4DFAEA24-9A5E-4D3E-A8E3-0E56B6988429}" type="presParOf" srcId="{428A5CBC-CFAB-4E52-8131-0F4F7388233A}" destId="{748462B8-A430-4BD0-8C65-FC9C31CAAA6C}" srcOrd="10" destOrd="0" presId="urn:microsoft.com/office/officeart/2005/8/layout/cycle8"/>
    <dgm:cxn modelId="{ACC83966-3168-4860-967D-85C52AFF4FA6}" type="presParOf" srcId="{428A5CBC-CFAB-4E52-8131-0F4F7388233A}" destId="{966A233E-C776-402A-B721-D3B0D075DDD3}" srcOrd="11" destOrd="0" presId="urn:microsoft.com/office/officeart/2005/8/layout/cycle8"/>
    <dgm:cxn modelId="{E50499A5-C06B-4702-9E88-8189C8CEE322}" type="presParOf" srcId="{428A5CBC-CFAB-4E52-8131-0F4F7388233A}" destId="{BAFE4F3D-37DB-4CAB-87E3-4CDDE23213C6}" srcOrd="12" destOrd="0" presId="urn:microsoft.com/office/officeart/2005/8/layout/cycle8"/>
    <dgm:cxn modelId="{505C76C8-41B2-41EC-ABE3-93C5AB82FFF4}" type="presParOf" srcId="{428A5CBC-CFAB-4E52-8131-0F4F7388233A}" destId="{5120C76B-0DF2-4452-8473-F93DEABB5FE9}" srcOrd="13" destOrd="0" presId="urn:microsoft.com/office/officeart/2005/8/layout/cycle8"/>
    <dgm:cxn modelId="{7B1C5EE6-EA59-4AB5-9CEF-0B19FC864D81}" type="presParOf" srcId="{428A5CBC-CFAB-4E52-8131-0F4F7388233A}" destId="{C7FC131B-8A83-4115-9F1C-BFD5AE7E2412}" srcOrd="14" destOrd="0" presId="urn:microsoft.com/office/officeart/2005/8/layout/cycle8"/>
    <dgm:cxn modelId="{FA39446D-4ED8-48B6-9993-7B3CF5A42D90}" type="presParOf" srcId="{428A5CBC-CFAB-4E52-8131-0F4F7388233A}" destId="{9C735624-BA2D-4275-A7C5-7D0F79DC33AC}" srcOrd="15" destOrd="0" presId="urn:microsoft.com/office/officeart/2005/8/layout/cycle8"/>
    <dgm:cxn modelId="{C6D3B891-4F02-4233-A749-2224806A37BF}" type="presParOf" srcId="{428A5CBC-CFAB-4E52-8131-0F4F7388233A}" destId="{6ACB7758-C8B1-4778-A3AA-CD3733328265}" srcOrd="16" destOrd="0" presId="urn:microsoft.com/office/officeart/2005/8/layout/cycle8"/>
    <dgm:cxn modelId="{BAAD5DA9-81D4-49C7-A1A6-19AB93E9137B}" type="presParOf" srcId="{428A5CBC-CFAB-4E52-8131-0F4F7388233A}" destId="{B9A4F179-2BFA-4D78-B44A-9046BC129D16}" srcOrd="17" destOrd="0" presId="urn:microsoft.com/office/officeart/2005/8/layout/cycle8"/>
    <dgm:cxn modelId="{A875768E-7073-49FA-8C83-362687233C51}" type="presParOf" srcId="{428A5CBC-CFAB-4E52-8131-0F4F7388233A}" destId="{200286DC-3959-49F4-A5B3-100EDE78C8DC}" srcOrd="18" destOrd="0" presId="urn:microsoft.com/office/officeart/2005/8/layout/cycle8"/>
    <dgm:cxn modelId="{CAE2C450-FBBA-4B85-9571-347B5AEF7149}" type="presParOf" srcId="{428A5CBC-CFAB-4E52-8131-0F4F7388233A}" destId="{001944E3-A086-4AAC-AFD4-0C998CCCE524}" srcOrd="19" destOrd="0" presId="urn:microsoft.com/office/officeart/2005/8/layout/cycle8"/>
    <dgm:cxn modelId="{843F50E5-E10D-4A47-9193-634C5DF41AE1}" type="presParOf" srcId="{428A5CBC-CFAB-4E52-8131-0F4F7388233A}" destId="{28E03E71-6DC5-41FD-AE23-7A9B98C74F6A}" srcOrd="20" destOrd="0" presId="urn:microsoft.com/office/officeart/2005/8/layout/cycle8"/>
    <dgm:cxn modelId="{6007278F-5914-4474-A276-CCCFF0EDE466}" type="presParOf" srcId="{428A5CBC-CFAB-4E52-8131-0F4F7388233A}" destId="{58F7E1A0-6EA6-49AC-B87A-ACB52E6CE201}" srcOrd="21" destOrd="0" presId="urn:microsoft.com/office/officeart/2005/8/layout/cycle8"/>
    <dgm:cxn modelId="{37EDE5F4-09F1-41D9-8E44-6FFA3B70AD65}" type="presParOf" srcId="{428A5CBC-CFAB-4E52-8131-0F4F7388233A}" destId="{FB6A4171-B6C5-487A-9655-9C7300CD82AE}" srcOrd="22" destOrd="0" presId="urn:microsoft.com/office/officeart/2005/8/layout/cycle8"/>
    <dgm:cxn modelId="{89F0D1D9-747C-41C0-B592-63B797753967}" type="presParOf" srcId="{428A5CBC-CFAB-4E52-8131-0F4F7388233A}" destId="{10A51365-B381-4C65-B206-52679FBC2D8B}" srcOrd="23" destOrd="0" presId="urn:microsoft.com/office/officeart/2005/8/layout/cycle8"/>
    <dgm:cxn modelId="{40836906-187F-4FB0-8D54-31ADC07593CC}" type="presParOf" srcId="{428A5CBC-CFAB-4E52-8131-0F4F7388233A}" destId="{962ADE7B-1C8A-415F-A8D3-A657445E1693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739390-1006-4123-8F78-E20A490DE9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88802A4-5202-4D5C-A7C3-F6C85DA1C079}">
      <dgm:prSet/>
      <dgm:spPr/>
      <dgm:t>
        <a:bodyPr/>
        <a:lstStyle/>
        <a:p>
          <a:pPr>
            <a:defRPr cap="all"/>
          </a:pPr>
          <a:r>
            <a:rPr lang="en-GB" noProof="0" dirty="0"/>
            <a:t>Location accuracy</a:t>
          </a:r>
        </a:p>
      </dgm:t>
    </dgm:pt>
    <dgm:pt modelId="{2D18ECEE-3B85-4AC3-8392-D429CDF0013A}" type="parTrans" cxnId="{CC41391F-64BE-475E-ABED-BFFD1F59A806}">
      <dgm:prSet/>
      <dgm:spPr/>
      <dgm:t>
        <a:bodyPr/>
        <a:lstStyle/>
        <a:p>
          <a:endParaRPr lang="en-US"/>
        </a:p>
      </dgm:t>
    </dgm:pt>
    <dgm:pt modelId="{206CF36B-ADF0-4E6C-96C9-C68EFF7A52EE}" type="sibTrans" cxnId="{CC41391F-64BE-475E-ABED-BFFD1F59A806}">
      <dgm:prSet/>
      <dgm:spPr/>
      <dgm:t>
        <a:bodyPr/>
        <a:lstStyle/>
        <a:p>
          <a:endParaRPr lang="en-US"/>
        </a:p>
      </dgm:t>
    </dgm:pt>
    <dgm:pt modelId="{99F259DD-6A58-4048-8E79-3F5C4CA412A2}">
      <dgm:prSet/>
      <dgm:spPr/>
      <dgm:t>
        <a:bodyPr/>
        <a:lstStyle/>
        <a:p>
          <a:pPr>
            <a:defRPr cap="all"/>
          </a:pPr>
          <a:r>
            <a:rPr lang="en-GB" noProof="0" dirty="0"/>
            <a:t>Testing on emulated devices and real devices</a:t>
          </a:r>
        </a:p>
      </dgm:t>
    </dgm:pt>
    <dgm:pt modelId="{D8CE44D5-2A72-47DC-9FD1-8EBB2BE48DE0}" type="parTrans" cxnId="{AD8631CB-5263-4E91-8B8A-CBEC72B12D57}">
      <dgm:prSet/>
      <dgm:spPr/>
      <dgm:t>
        <a:bodyPr/>
        <a:lstStyle/>
        <a:p>
          <a:endParaRPr lang="en-US"/>
        </a:p>
      </dgm:t>
    </dgm:pt>
    <dgm:pt modelId="{A7885F84-65C3-4B32-8DA9-26C30E462C51}" type="sibTrans" cxnId="{AD8631CB-5263-4E91-8B8A-CBEC72B12D57}">
      <dgm:prSet/>
      <dgm:spPr/>
      <dgm:t>
        <a:bodyPr/>
        <a:lstStyle/>
        <a:p>
          <a:endParaRPr lang="en-US"/>
        </a:p>
      </dgm:t>
    </dgm:pt>
    <dgm:pt modelId="{7C5B58F0-1437-4043-B4CB-39559CC5A9C5}">
      <dgm:prSet/>
      <dgm:spPr/>
      <dgm:t>
        <a:bodyPr/>
        <a:lstStyle/>
        <a:p>
          <a:pPr>
            <a:defRPr cap="all"/>
          </a:pPr>
          <a:r>
            <a:rPr lang="en-GB" noProof="0" dirty="0"/>
            <a:t>Making compass direction reliable</a:t>
          </a:r>
        </a:p>
      </dgm:t>
    </dgm:pt>
    <dgm:pt modelId="{345466A6-0DFF-4552-9810-131E672B26B3}" type="parTrans" cxnId="{799915F6-3C7D-4627-ACD5-F8281A8D67E4}">
      <dgm:prSet/>
      <dgm:spPr/>
      <dgm:t>
        <a:bodyPr/>
        <a:lstStyle/>
        <a:p>
          <a:endParaRPr lang="en-US"/>
        </a:p>
      </dgm:t>
    </dgm:pt>
    <dgm:pt modelId="{6765A5EF-1A68-41EF-B505-CBCAADBADE88}" type="sibTrans" cxnId="{799915F6-3C7D-4627-ACD5-F8281A8D67E4}">
      <dgm:prSet/>
      <dgm:spPr/>
      <dgm:t>
        <a:bodyPr/>
        <a:lstStyle/>
        <a:p>
          <a:endParaRPr lang="en-US"/>
        </a:p>
      </dgm:t>
    </dgm:pt>
    <dgm:pt modelId="{DDF6FA10-9963-4573-82EE-889A42BCDB74}" type="pres">
      <dgm:prSet presAssocID="{B9739390-1006-4123-8F78-E20A490DE9BD}" presName="root" presStyleCnt="0">
        <dgm:presLayoutVars>
          <dgm:dir/>
          <dgm:resizeHandles val="exact"/>
        </dgm:presLayoutVars>
      </dgm:prSet>
      <dgm:spPr/>
    </dgm:pt>
    <dgm:pt modelId="{0C4EFAF4-5953-42E3-A2C7-18472AC6C039}" type="pres">
      <dgm:prSet presAssocID="{F88802A4-5202-4D5C-A7C3-F6C85DA1C079}" presName="compNode" presStyleCnt="0"/>
      <dgm:spPr/>
    </dgm:pt>
    <dgm:pt modelId="{948C0BD6-3F95-4456-BB8E-20931FCDA7E4}" type="pres">
      <dgm:prSet presAssocID="{F88802A4-5202-4D5C-A7C3-F6C85DA1C079}" presName="iconBgRect" presStyleLbl="bgShp" presStyleIdx="0" presStyleCnt="3"/>
      <dgm:spPr/>
    </dgm:pt>
    <dgm:pt modelId="{BDE0C3F7-9A74-45CE-BFC3-3EBE7EA16F8D}" type="pres">
      <dgm:prSet presAssocID="{F88802A4-5202-4D5C-A7C3-F6C85DA1C07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BF03D69-06DC-4666-8D58-FD257CEBD3D0}" type="pres">
      <dgm:prSet presAssocID="{F88802A4-5202-4D5C-A7C3-F6C85DA1C079}" presName="spaceRect" presStyleCnt="0"/>
      <dgm:spPr/>
    </dgm:pt>
    <dgm:pt modelId="{BE989BDC-227E-4920-BD43-BD4239F249DA}" type="pres">
      <dgm:prSet presAssocID="{F88802A4-5202-4D5C-A7C3-F6C85DA1C079}" presName="textRect" presStyleLbl="revTx" presStyleIdx="0" presStyleCnt="3">
        <dgm:presLayoutVars>
          <dgm:chMax val="1"/>
          <dgm:chPref val="1"/>
        </dgm:presLayoutVars>
      </dgm:prSet>
      <dgm:spPr/>
    </dgm:pt>
    <dgm:pt modelId="{CA7C5ACB-381A-41BF-81F8-D79E265FE1FF}" type="pres">
      <dgm:prSet presAssocID="{206CF36B-ADF0-4E6C-96C9-C68EFF7A52EE}" presName="sibTrans" presStyleCnt="0"/>
      <dgm:spPr/>
    </dgm:pt>
    <dgm:pt modelId="{4A0D5909-BC7A-4D61-9CAC-396454CB5653}" type="pres">
      <dgm:prSet presAssocID="{99F259DD-6A58-4048-8E79-3F5C4CA412A2}" presName="compNode" presStyleCnt="0"/>
      <dgm:spPr/>
    </dgm:pt>
    <dgm:pt modelId="{6EA997C0-F637-4083-B349-0AA4816381B0}" type="pres">
      <dgm:prSet presAssocID="{99F259DD-6A58-4048-8E79-3F5C4CA412A2}" presName="iconBgRect" presStyleLbl="bgShp" presStyleIdx="1" presStyleCnt="3"/>
      <dgm:spPr/>
    </dgm:pt>
    <dgm:pt modelId="{E9400DDE-3A75-4650-AAE3-4461D8126F99}" type="pres">
      <dgm:prSet presAssocID="{99F259DD-6A58-4048-8E79-3F5C4CA412A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1761A74-5BF6-4BB6-BBCA-D2B54EEB3D3D}" type="pres">
      <dgm:prSet presAssocID="{99F259DD-6A58-4048-8E79-3F5C4CA412A2}" presName="spaceRect" presStyleCnt="0"/>
      <dgm:spPr/>
    </dgm:pt>
    <dgm:pt modelId="{A414C5F7-2A58-4226-A9B0-B0C3A874B88D}" type="pres">
      <dgm:prSet presAssocID="{99F259DD-6A58-4048-8E79-3F5C4CA412A2}" presName="textRect" presStyleLbl="revTx" presStyleIdx="1" presStyleCnt="3">
        <dgm:presLayoutVars>
          <dgm:chMax val="1"/>
          <dgm:chPref val="1"/>
        </dgm:presLayoutVars>
      </dgm:prSet>
      <dgm:spPr/>
    </dgm:pt>
    <dgm:pt modelId="{277EB894-8374-4032-A854-1294387FB0E1}" type="pres">
      <dgm:prSet presAssocID="{A7885F84-65C3-4B32-8DA9-26C30E462C51}" presName="sibTrans" presStyleCnt="0"/>
      <dgm:spPr/>
    </dgm:pt>
    <dgm:pt modelId="{8B556D5F-88CA-4C0C-A821-FDE7B7C42930}" type="pres">
      <dgm:prSet presAssocID="{7C5B58F0-1437-4043-B4CB-39559CC5A9C5}" presName="compNode" presStyleCnt="0"/>
      <dgm:spPr/>
    </dgm:pt>
    <dgm:pt modelId="{E699C7AD-A0DE-4B88-BE56-D07753269806}" type="pres">
      <dgm:prSet presAssocID="{7C5B58F0-1437-4043-B4CB-39559CC5A9C5}" presName="iconBgRect" presStyleLbl="bgShp" presStyleIdx="2" presStyleCnt="3"/>
      <dgm:spPr/>
    </dgm:pt>
    <dgm:pt modelId="{20C9FD75-876F-4740-8A3D-F6B6EF7D80B3}" type="pres">
      <dgm:prSet presAssocID="{7C5B58F0-1437-4043-B4CB-39559CC5A9C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2E1B4BB7-BB77-4E2B-B875-FBCD3D2CED7A}" type="pres">
      <dgm:prSet presAssocID="{7C5B58F0-1437-4043-B4CB-39559CC5A9C5}" presName="spaceRect" presStyleCnt="0"/>
      <dgm:spPr/>
    </dgm:pt>
    <dgm:pt modelId="{5972CB98-A9D1-4AE6-BE3B-D543DDD358B2}" type="pres">
      <dgm:prSet presAssocID="{7C5B58F0-1437-4043-B4CB-39559CC5A9C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41391F-64BE-475E-ABED-BFFD1F59A806}" srcId="{B9739390-1006-4123-8F78-E20A490DE9BD}" destId="{F88802A4-5202-4D5C-A7C3-F6C85DA1C079}" srcOrd="0" destOrd="0" parTransId="{2D18ECEE-3B85-4AC3-8392-D429CDF0013A}" sibTransId="{206CF36B-ADF0-4E6C-96C9-C68EFF7A52EE}"/>
    <dgm:cxn modelId="{FE8C182E-BE82-417B-9C00-858BFA9A2E39}" type="presOf" srcId="{F88802A4-5202-4D5C-A7C3-F6C85DA1C079}" destId="{BE989BDC-227E-4920-BD43-BD4239F249DA}" srcOrd="0" destOrd="0" presId="urn:microsoft.com/office/officeart/2018/5/layout/IconCircleLabelList"/>
    <dgm:cxn modelId="{7D947645-F0E3-44B5-87AA-FE0FA47D9057}" type="presOf" srcId="{99F259DD-6A58-4048-8E79-3F5C4CA412A2}" destId="{A414C5F7-2A58-4226-A9B0-B0C3A874B88D}" srcOrd="0" destOrd="0" presId="urn:microsoft.com/office/officeart/2018/5/layout/IconCircleLabelList"/>
    <dgm:cxn modelId="{6D47C252-AAFD-4E9A-8AC8-A9AEAECE82B9}" type="presOf" srcId="{B9739390-1006-4123-8F78-E20A490DE9BD}" destId="{DDF6FA10-9963-4573-82EE-889A42BCDB74}" srcOrd="0" destOrd="0" presId="urn:microsoft.com/office/officeart/2018/5/layout/IconCircleLabelList"/>
    <dgm:cxn modelId="{B1A20ABA-0ADA-45AB-ADCF-374FEE07E8DE}" type="presOf" srcId="{7C5B58F0-1437-4043-B4CB-39559CC5A9C5}" destId="{5972CB98-A9D1-4AE6-BE3B-D543DDD358B2}" srcOrd="0" destOrd="0" presId="urn:microsoft.com/office/officeart/2018/5/layout/IconCircleLabelList"/>
    <dgm:cxn modelId="{AD8631CB-5263-4E91-8B8A-CBEC72B12D57}" srcId="{B9739390-1006-4123-8F78-E20A490DE9BD}" destId="{99F259DD-6A58-4048-8E79-3F5C4CA412A2}" srcOrd="1" destOrd="0" parTransId="{D8CE44D5-2A72-47DC-9FD1-8EBB2BE48DE0}" sibTransId="{A7885F84-65C3-4B32-8DA9-26C30E462C51}"/>
    <dgm:cxn modelId="{799915F6-3C7D-4627-ACD5-F8281A8D67E4}" srcId="{B9739390-1006-4123-8F78-E20A490DE9BD}" destId="{7C5B58F0-1437-4043-B4CB-39559CC5A9C5}" srcOrd="2" destOrd="0" parTransId="{345466A6-0DFF-4552-9810-131E672B26B3}" sibTransId="{6765A5EF-1A68-41EF-B505-CBCAADBADE88}"/>
    <dgm:cxn modelId="{28B62161-D62B-4647-BC4A-35FCC952B197}" type="presParOf" srcId="{DDF6FA10-9963-4573-82EE-889A42BCDB74}" destId="{0C4EFAF4-5953-42E3-A2C7-18472AC6C039}" srcOrd="0" destOrd="0" presId="urn:microsoft.com/office/officeart/2018/5/layout/IconCircleLabelList"/>
    <dgm:cxn modelId="{9E9DA2B6-7188-49AA-8E93-1C12A2FE7C9F}" type="presParOf" srcId="{0C4EFAF4-5953-42E3-A2C7-18472AC6C039}" destId="{948C0BD6-3F95-4456-BB8E-20931FCDA7E4}" srcOrd="0" destOrd="0" presId="urn:microsoft.com/office/officeart/2018/5/layout/IconCircleLabelList"/>
    <dgm:cxn modelId="{5610F18D-5473-4A0F-92E3-BCD7B36117DF}" type="presParOf" srcId="{0C4EFAF4-5953-42E3-A2C7-18472AC6C039}" destId="{BDE0C3F7-9A74-45CE-BFC3-3EBE7EA16F8D}" srcOrd="1" destOrd="0" presId="urn:microsoft.com/office/officeart/2018/5/layout/IconCircleLabelList"/>
    <dgm:cxn modelId="{3B63DF81-A562-4563-A456-0979FA3CBAA0}" type="presParOf" srcId="{0C4EFAF4-5953-42E3-A2C7-18472AC6C039}" destId="{0BF03D69-06DC-4666-8D58-FD257CEBD3D0}" srcOrd="2" destOrd="0" presId="urn:microsoft.com/office/officeart/2018/5/layout/IconCircleLabelList"/>
    <dgm:cxn modelId="{CE108439-6028-48A5-82DD-C4BAB10704EA}" type="presParOf" srcId="{0C4EFAF4-5953-42E3-A2C7-18472AC6C039}" destId="{BE989BDC-227E-4920-BD43-BD4239F249DA}" srcOrd="3" destOrd="0" presId="urn:microsoft.com/office/officeart/2018/5/layout/IconCircleLabelList"/>
    <dgm:cxn modelId="{D831E165-7A9E-4EA6-B863-5F28C90926A3}" type="presParOf" srcId="{DDF6FA10-9963-4573-82EE-889A42BCDB74}" destId="{CA7C5ACB-381A-41BF-81F8-D79E265FE1FF}" srcOrd="1" destOrd="0" presId="urn:microsoft.com/office/officeart/2018/5/layout/IconCircleLabelList"/>
    <dgm:cxn modelId="{74E26943-BE18-4B9D-AA9A-832DF825E737}" type="presParOf" srcId="{DDF6FA10-9963-4573-82EE-889A42BCDB74}" destId="{4A0D5909-BC7A-4D61-9CAC-396454CB5653}" srcOrd="2" destOrd="0" presId="urn:microsoft.com/office/officeart/2018/5/layout/IconCircleLabelList"/>
    <dgm:cxn modelId="{4B8F29C6-BD82-4B79-B678-8CE07FEBFB85}" type="presParOf" srcId="{4A0D5909-BC7A-4D61-9CAC-396454CB5653}" destId="{6EA997C0-F637-4083-B349-0AA4816381B0}" srcOrd="0" destOrd="0" presId="urn:microsoft.com/office/officeart/2018/5/layout/IconCircleLabelList"/>
    <dgm:cxn modelId="{CB3332E8-2997-4AF3-9D21-3000F5C28FF3}" type="presParOf" srcId="{4A0D5909-BC7A-4D61-9CAC-396454CB5653}" destId="{E9400DDE-3A75-4650-AAE3-4461D8126F99}" srcOrd="1" destOrd="0" presId="urn:microsoft.com/office/officeart/2018/5/layout/IconCircleLabelList"/>
    <dgm:cxn modelId="{6FC4D419-3376-40A0-9986-54BBC13E2686}" type="presParOf" srcId="{4A0D5909-BC7A-4D61-9CAC-396454CB5653}" destId="{E1761A74-5BF6-4BB6-BBCA-D2B54EEB3D3D}" srcOrd="2" destOrd="0" presId="urn:microsoft.com/office/officeart/2018/5/layout/IconCircleLabelList"/>
    <dgm:cxn modelId="{2A0199F5-88E3-4BD1-A2A1-F49D1CB28F49}" type="presParOf" srcId="{4A0D5909-BC7A-4D61-9CAC-396454CB5653}" destId="{A414C5F7-2A58-4226-A9B0-B0C3A874B88D}" srcOrd="3" destOrd="0" presId="urn:microsoft.com/office/officeart/2018/5/layout/IconCircleLabelList"/>
    <dgm:cxn modelId="{B28D6D15-4EB3-4277-ADD5-6ECB4EF1F375}" type="presParOf" srcId="{DDF6FA10-9963-4573-82EE-889A42BCDB74}" destId="{277EB894-8374-4032-A854-1294387FB0E1}" srcOrd="3" destOrd="0" presId="urn:microsoft.com/office/officeart/2018/5/layout/IconCircleLabelList"/>
    <dgm:cxn modelId="{5D3BF681-305C-4ECB-AD8C-EE30364147C7}" type="presParOf" srcId="{DDF6FA10-9963-4573-82EE-889A42BCDB74}" destId="{8B556D5F-88CA-4C0C-A821-FDE7B7C42930}" srcOrd="4" destOrd="0" presId="urn:microsoft.com/office/officeart/2018/5/layout/IconCircleLabelList"/>
    <dgm:cxn modelId="{79E14003-7B39-445B-8565-F0098A618800}" type="presParOf" srcId="{8B556D5F-88CA-4C0C-A821-FDE7B7C42930}" destId="{E699C7AD-A0DE-4B88-BE56-D07753269806}" srcOrd="0" destOrd="0" presId="urn:microsoft.com/office/officeart/2018/5/layout/IconCircleLabelList"/>
    <dgm:cxn modelId="{8393EBC9-ED1B-4BB3-9D43-509E8015D029}" type="presParOf" srcId="{8B556D5F-88CA-4C0C-A821-FDE7B7C42930}" destId="{20C9FD75-876F-4740-8A3D-F6B6EF7D80B3}" srcOrd="1" destOrd="0" presId="urn:microsoft.com/office/officeart/2018/5/layout/IconCircleLabelList"/>
    <dgm:cxn modelId="{F30853E6-F8AA-4317-B43B-54D0E1A104F5}" type="presParOf" srcId="{8B556D5F-88CA-4C0C-A821-FDE7B7C42930}" destId="{2E1B4BB7-BB77-4E2B-B875-FBCD3D2CED7A}" srcOrd="2" destOrd="0" presId="urn:microsoft.com/office/officeart/2018/5/layout/IconCircleLabelList"/>
    <dgm:cxn modelId="{B5F88AAC-522A-4541-BED2-19B2DBD6A641}" type="presParOf" srcId="{8B556D5F-88CA-4C0C-A821-FDE7B7C42930}" destId="{5972CB98-A9D1-4AE6-BE3B-D543DDD358B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60AF6-BF8E-4102-AF52-8EA199AFC4D6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F5BB642-2375-412B-9879-E79C02C7C6BC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Helps users quickly find a nearby open bar</a:t>
          </a:r>
        </a:p>
      </dsp:txBody>
      <dsp:txXfrm>
        <a:off x="1228411" y="621955"/>
        <a:ext cx="1919362" cy="1919362"/>
      </dsp:txXfrm>
    </dsp:sp>
    <dsp:sp modelId="{1C008F10-70BB-4F5D-8148-9B2E4029812F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Uses live GPS location</a:t>
          </a:r>
        </a:p>
      </dsp:txBody>
      <dsp:txXfrm>
        <a:off x="3519058" y="621955"/>
        <a:ext cx="1919362" cy="1919362"/>
      </dsp:txXfrm>
    </dsp:sp>
    <dsp:sp modelId="{F38D023F-EEB5-4279-9CFD-CA456BB0ECC1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Prioritizes bars that are currently open</a:t>
          </a:r>
        </a:p>
      </dsp:txBody>
      <dsp:txXfrm>
        <a:off x="1228411" y="2912601"/>
        <a:ext cx="1919362" cy="1919362"/>
      </dsp:txXfrm>
    </dsp:sp>
    <dsp:sp modelId="{87284243-C075-422A-A3D0-C83F0B00FA35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Makes navigation fun instead of using a standard map</a:t>
          </a:r>
        </a:p>
      </dsp:txBody>
      <dsp:txXfrm>
        <a:off x="3519058" y="2912601"/>
        <a:ext cx="1919362" cy="1919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5A3C0-AA3E-4955-BDDC-6B43E2073122}">
      <dsp:nvSpPr>
        <dsp:cNvPr id="0" name=""/>
        <dsp:cNvSpPr/>
      </dsp:nvSpPr>
      <dsp:spPr>
        <a:xfrm>
          <a:off x="1107126" y="337597"/>
          <a:ext cx="4581292" cy="4581292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Flutter mobile application</a:t>
          </a:r>
        </a:p>
      </dsp:txBody>
      <dsp:txXfrm>
        <a:off x="3497034" y="1107691"/>
        <a:ext cx="1472558" cy="981705"/>
      </dsp:txXfrm>
    </dsp:sp>
    <dsp:sp modelId="{BB94FA82-2341-4A85-8926-76115D5E25B8}">
      <dsp:nvSpPr>
        <dsp:cNvPr id="0" name=""/>
        <dsp:cNvSpPr/>
      </dsp:nvSpPr>
      <dsp:spPr>
        <a:xfrm>
          <a:off x="1146394" y="459765"/>
          <a:ext cx="4581292" cy="4581292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Firebase backend to store bar data</a:t>
          </a:r>
        </a:p>
      </dsp:txBody>
      <dsp:txXfrm>
        <a:off x="4096965" y="2552979"/>
        <a:ext cx="1363480" cy="1090784"/>
      </dsp:txXfrm>
    </dsp:sp>
    <dsp:sp modelId="{12080F87-22A1-44C0-A005-A5BF46028784}">
      <dsp:nvSpPr>
        <dsp:cNvPr id="0" name=""/>
        <dsp:cNvSpPr/>
      </dsp:nvSpPr>
      <dsp:spPr>
        <a:xfrm>
          <a:off x="1042770" y="535029"/>
          <a:ext cx="4581292" cy="4581292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GPS provides the user’s current position</a:t>
          </a:r>
        </a:p>
      </dsp:txBody>
      <dsp:txXfrm>
        <a:off x="2678946" y="3752842"/>
        <a:ext cx="1308940" cy="1199862"/>
      </dsp:txXfrm>
    </dsp:sp>
    <dsp:sp modelId="{BAFE4F3D-37DB-4CAB-87E3-4CDDE23213C6}">
      <dsp:nvSpPr>
        <dsp:cNvPr id="0" name=""/>
        <dsp:cNvSpPr/>
      </dsp:nvSpPr>
      <dsp:spPr>
        <a:xfrm>
          <a:off x="939145" y="459765"/>
          <a:ext cx="4581292" cy="4581292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Distance and bearing are calculated in the app</a:t>
          </a:r>
        </a:p>
      </dsp:txBody>
      <dsp:txXfrm>
        <a:off x="1206387" y="2552979"/>
        <a:ext cx="1363480" cy="1090784"/>
      </dsp:txXfrm>
    </dsp:sp>
    <dsp:sp modelId="{6ACB7758-C8B1-4778-A3AA-CD3733328265}">
      <dsp:nvSpPr>
        <dsp:cNvPr id="0" name=""/>
        <dsp:cNvSpPr/>
      </dsp:nvSpPr>
      <dsp:spPr>
        <a:xfrm>
          <a:off x="978413" y="337597"/>
          <a:ext cx="4581292" cy="4581292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Geohash queries help find nearby places efficiently</a:t>
          </a:r>
        </a:p>
      </dsp:txBody>
      <dsp:txXfrm>
        <a:off x="1697240" y="1107691"/>
        <a:ext cx="1472558" cy="981705"/>
      </dsp:txXfrm>
    </dsp:sp>
    <dsp:sp modelId="{28E03E71-6DC5-41FD-AE23-7A9B98C74F6A}">
      <dsp:nvSpPr>
        <dsp:cNvPr id="0" name=""/>
        <dsp:cNvSpPr/>
      </dsp:nvSpPr>
      <dsp:spPr>
        <a:xfrm>
          <a:off x="823306" y="53993"/>
          <a:ext cx="5148500" cy="5148500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F7E1A0-6EA6-49AC-B87A-ACB52E6CE201}">
      <dsp:nvSpPr>
        <dsp:cNvPr id="0" name=""/>
        <dsp:cNvSpPr/>
      </dsp:nvSpPr>
      <dsp:spPr>
        <a:xfrm>
          <a:off x="863107" y="176121"/>
          <a:ext cx="5148500" cy="5148500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6A4171-B6C5-487A-9655-9C7300CD82AE}">
      <dsp:nvSpPr>
        <dsp:cNvPr id="0" name=""/>
        <dsp:cNvSpPr/>
      </dsp:nvSpPr>
      <dsp:spPr>
        <a:xfrm>
          <a:off x="759166" y="251615"/>
          <a:ext cx="5148500" cy="5148500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A51365-B381-4C65-B206-52679FBC2D8B}">
      <dsp:nvSpPr>
        <dsp:cNvPr id="0" name=""/>
        <dsp:cNvSpPr/>
      </dsp:nvSpPr>
      <dsp:spPr>
        <a:xfrm>
          <a:off x="655225" y="176121"/>
          <a:ext cx="5148500" cy="5148500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2ADE7B-1C8A-415F-A8D3-A657445E1693}">
      <dsp:nvSpPr>
        <dsp:cNvPr id="0" name=""/>
        <dsp:cNvSpPr/>
      </dsp:nvSpPr>
      <dsp:spPr>
        <a:xfrm>
          <a:off x="695025" y="53993"/>
          <a:ext cx="5148500" cy="5148500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C0BD6-3F95-4456-BB8E-20931FCDA7E4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0C3F7-9A74-45CE-BFC3-3EBE7EA16F8D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89BDC-227E-4920-BD43-BD4239F249DA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kern="1200" noProof="0"/>
            <a:t>Location accuracy</a:t>
          </a:r>
        </a:p>
      </dsp:txBody>
      <dsp:txXfrm>
        <a:off x="93445" y="3018902"/>
        <a:ext cx="3206250" cy="720000"/>
      </dsp:txXfrm>
    </dsp:sp>
    <dsp:sp modelId="{6EA997C0-F637-4083-B349-0AA4816381B0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00DDE-3A75-4650-AAE3-4461D8126F99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4C5F7-2A58-4226-A9B0-B0C3A874B88D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kern="1200" noProof="0"/>
            <a:t>Testing on emulated devices and real devices</a:t>
          </a:r>
        </a:p>
      </dsp:txBody>
      <dsp:txXfrm>
        <a:off x="3860789" y="3018902"/>
        <a:ext cx="3206250" cy="720000"/>
      </dsp:txXfrm>
    </dsp:sp>
    <dsp:sp modelId="{E699C7AD-A0DE-4B88-BE56-D07753269806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9FD75-876F-4740-8A3D-F6B6EF7D80B3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2CB98-A9D1-4AE6-BE3B-D543DDD358B2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900" kern="1200" noProof="0"/>
            <a:t>Making compass direction reliable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noProof="0" dirty="0">
                <a:solidFill>
                  <a:srgbClr val="FFFFFF"/>
                </a:solidFill>
              </a:rPr>
              <a:t>Drunken Sailor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noProof="0" dirty="0"/>
              <a:t>By: Anton </a:t>
            </a:r>
            <a:r>
              <a:rPr lang="en-GB" noProof="0" dirty="0" err="1"/>
              <a:t>Reunovs</a:t>
            </a:r>
            <a:r>
              <a:rPr lang="en-GB" noProof="0" dirty="0"/>
              <a:t>, Carlos Schaap Garcia, Cosmin </a:t>
            </a:r>
            <a:r>
              <a:rPr lang="en-GB" noProof="0" dirty="0" err="1"/>
              <a:t>Buzic</a:t>
            </a:r>
            <a:r>
              <a:rPr lang="en-GB" noProof="0" dirty="0"/>
              <a:t>, Felix Anghel and Stefan Bryda 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039BC-1A92-B2BA-855A-7ED4D64D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noProof="0" dirty="0">
                <a:solidFill>
                  <a:srgbClr val="FFFFFF"/>
                </a:solidFill>
              </a:rPr>
              <a:t>Purpose of the App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8C708D56-91BD-77F3-E51F-4983404A8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7726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045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E1387-91A7-88A6-745B-77E3B648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en-GB" noProof="0" dirty="0"/>
              <a:t>Main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42B8C-BA95-C8E5-6F10-6EFE6A785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>
            <a:normAutofit/>
          </a:bodyPr>
          <a:lstStyle/>
          <a:p>
            <a:r>
              <a:rPr lang="en-GB" sz="1700" noProof="0" dirty="0"/>
              <a:t>Finds the nearest bar based on user location</a:t>
            </a:r>
          </a:p>
          <a:p>
            <a:r>
              <a:rPr lang="en-GB" sz="1700" noProof="0" dirty="0"/>
              <a:t>Checks opening hours automatically</a:t>
            </a:r>
          </a:p>
          <a:p>
            <a:r>
              <a:rPr lang="en-GB" sz="1700" noProof="0" dirty="0"/>
              <a:t>Shows distance to the selected bar</a:t>
            </a:r>
          </a:p>
          <a:p>
            <a:r>
              <a:rPr lang="en-GB" sz="1700" noProof="0" dirty="0"/>
              <a:t>Provides three navigation modes:</a:t>
            </a:r>
          </a:p>
          <a:p>
            <a:pPr lvl="1"/>
            <a:r>
              <a:rPr lang="en-GB" sz="1700" noProof="0" dirty="0"/>
              <a:t>Compass</a:t>
            </a:r>
          </a:p>
          <a:p>
            <a:pPr lvl="1"/>
            <a:r>
              <a:rPr lang="en-GB" sz="1700" noProof="0" dirty="0"/>
              <a:t>Radar</a:t>
            </a:r>
          </a:p>
          <a:p>
            <a:pPr lvl="1"/>
            <a:r>
              <a:rPr lang="en-GB" sz="1700" noProof="0" dirty="0"/>
              <a:t>Nuclear Geiger Counter</a:t>
            </a:r>
          </a:p>
          <a:p>
            <a:r>
              <a:rPr lang="en-GB" sz="1700" noProof="0" dirty="0"/>
              <a:t>Uses vibration feedback based on distance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42641-CCE6-897B-1CB9-D38024E1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59" r="1" b="12942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2C005D-F07B-2A14-CBF1-3B4D8FCD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" r="-3" b="-3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8D763A-935A-C32D-CF40-304DC3FFF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25" r="-2" b="17514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956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F277C-FA2E-A9C5-7F35-DAA03685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noProof="0" dirty="0">
                <a:solidFill>
                  <a:srgbClr val="FFFFFF"/>
                </a:solidFill>
              </a:rPr>
              <a:t>How it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AE534B-A826-6AB4-A901-483B362FE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456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69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FE3D9-F6DC-CA3E-9021-9D8B6D33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GB" sz="4000" noProof="0" dirty="0"/>
              <a:t>User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C058A-D54C-D9D4-245C-02A74E88F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312" y="283892"/>
            <a:ext cx="2581109" cy="58330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9A4B-E512-5AEF-EB87-BD19EBFDA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GB" sz="2000" noProof="0" dirty="0"/>
              <a:t>Simple navigation with </a:t>
            </a:r>
            <a:r>
              <a:rPr lang="en-GB" sz="2000" noProof="0" dirty="0" err="1"/>
              <a:t>swipeable</a:t>
            </a:r>
            <a:r>
              <a:rPr lang="en-GB" sz="2000" noProof="0" dirty="0"/>
              <a:t> views</a:t>
            </a:r>
          </a:p>
          <a:p>
            <a:r>
              <a:rPr lang="en-GB" sz="2000" noProof="0" dirty="0"/>
              <a:t>Name of </a:t>
            </a:r>
            <a:r>
              <a:rPr lang="en-GB" sz="2000" noProof="0"/>
              <a:t>the bar and distance </a:t>
            </a:r>
            <a:r>
              <a:rPr lang="en-GB" sz="2000" noProof="0" dirty="0"/>
              <a:t>indicator at the top</a:t>
            </a:r>
          </a:p>
          <a:p>
            <a:r>
              <a:rPr lang="en-GB" sz="2000" noProof="0" dirty="0"/>
              <a:t>Menu for switching between modes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30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0B561-8C28-6895-477F-B8277702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Problems faced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5E43F1-255B-48BE-EEA5-737D9DB79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2052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05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hy we use our smartphone at cafés">
            <a:extLst>
              <a:ext uri="{FF2B5EF4-FFF2-40B4-BE49-F238E27FC236}">
                <a16:creationId xmlns:a16="http://schemas.microsoft.com/office/drawing/2014/main" id="{CD34DFA5-CDDB-B2F3-A0B9-DC5BA0508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57" r="89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B8B3F-914E-49CC-B67F-52F8153A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36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51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345551CF-DB1E-41C5-E721-E5D05C37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B34CA-2B9A-2898-97FF-1DEC6B1A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36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Questions?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31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de of a white alarm clock on a yellow and orange surface">
            <a:extLst>
              <a:ext uri="{FF2B5EF4-FFF2-40B4-BE49-F238E27FC236}">
                <a16:creationId xmlns:a16="http://schemas.microsoft.com/office/drawing/2014/main" id="{1EADD10E-46DC-2860-F669-35D6AF61A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8" b="77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1849D-38A8-1F38-17F7-2E611606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36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 for your time!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2400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bab452c-89c8-4825-8853-d3710404efb0" xsi:nil="true"/>
    <lcf76f155ced4ddcb4097134ff3c332f xmlns="4f0aaabb-d89c-489f-8157-f990ae93964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BE46D8407BE2408699018740B7314A" ma:contentTypeVersion="10" ma:contentTypeDescription="Create a new document." ma:contentTypeScope="" ma:versionID="9d59547b92d2acdd57b2f802a9e1deb3">
  <xsd:schema xmlns:xsd="http://www.w3.org/2001/XMLSchema" xmlns:xs="http://www.w3.org/2001/XMLSchema" xmlns:p="http://schemas.microsoft.com/office/2006/metadata/properties" xmlns:ns2="4f0aaabb-d89c-489f-8157-f990ae939647" xmlns:ns3="8bab452c-89c8-4825-8853-d3710404efb0" targetNamespace="http://schemas.microsoft.com/office/2006/metadata/properties" ma:root="true" ma:fieldsID="659f4eb9c82a1b55f382253f2d9eb5e7" ns2:_="" ns3:_="">
    <xsd:import namespace="4f0aaabb-d89c-489f-8157-f990ae939647"/>
    <xsd:import namespace="8bab452c-89c8-4825-8853-d3710404ef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aaabb-d89c-489f-8157-f990ae9396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2e4e3a-1431-4321-a2fb-937b74f002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ab452c-89c8-4825-8853-d3710404ef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b68804-d061-4352-b2a4-0d6bf54c1699}" ma:internalName="TaxCatchAll" ma:showField="CatchAllData" ma:web="8bab452c-89c8-4825-8853-d3710404ef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925337-7AA9-4188-8F75-1B0B674E20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1BA7D4-8D5E-464F-BDE8-D32F0E8B6034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infopath/2007/PartnerControls"/>
    <ds:schemaRef ds:uri="4f0aaabb-d89c-489f-8157-f990ae93964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7970CB5-9450-4891-9FFA-107B69F86EE0}"/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165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Drunken Sailor</vt:lpstr>
      <vt:lpstr>Purpose of the App</vt:lpstr>
      <vt:lpstr>Main Functionalities</vt:lpstr>
      <vt:lpstr>How it works</vt:lpstr>
      <vt:lpstr>User Interface</vt:lpstr>
      <vt:lpstr>Problems faced</vt:lpstr>
      <vt:lpstr>DEMO</vt:lpstr>
      <vt:lpstr>Questions?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Carlos Schaap García</cp:lastModifiedBy>
  <cp:revision>1</cp:revision>
  <dcterms:created xsi:type="dcterms:W3CDTF">2026-06-19T07:42:32Z</dcterms:created>
  <dcterms:modified xsi:type="dcterms:W3CDTF">2026-06-19T10:26:49Z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0x01010077BE46D8407BE2408699018740B7314A</vt:lpwstr>
  </property>
</Properties>
</file>